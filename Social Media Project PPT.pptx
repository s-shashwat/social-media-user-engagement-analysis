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9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76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5D7CE0-117F-4F2F-B3AD-BC69C3F82572}" v="153" dt="2025-11-05T14:44:15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esktop\Newton%20School\SQL\Project\Output\1s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esktop\Newton%20School\SQL\Project\Output\1s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400" dirty="0">
                <a:effectLst/>
              </a:rPr>
              <a:t>Consistently Active Users </a:t>
            </a:r>
            <a:endParaRPr lang="en-IN" sz="1400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'1s'!$C$1</c:f>
              <c:strCache>
                <c:ptCount val="1"/>
                <c:pt idx="0">
                  <c:v>likes_given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'1s'!$B$2:$B$101</c:f>
              <c:strCache>
                <c:ptCount val="100"/>
                <c:pt idx="0">
                  <c:v>Nia_Haag</c:v>
                </c:pt>
                <c:pt idx="1">
                  <c:v>Aniya_Hackett</c:v>
                </c:pt>
                <c:pt idx="2">
                  <c:v>Mckenna17</c:v>
                </c:pt>
                <c:pt idx="3">
                  <c:v>Rocio33</c:v>
                </c:pt>
                <c:pt idx="4">
                  <c:v>Mike.Auer39</c:v>
                </c:pt>
                <c:pt idx="5">
                  <c:v>Duane60</c:v>
                </c:pt>
                <c:pt idx="6">
                  <c:v>Maxwell.Halvorson</c:v>
                </c:pt>
                <c:pt idx="7">
                  <c:v>Jaclyn81</c:v>
                </c:pt>
                <c:pt idx="8">
                  <c:v>Julien_Schmidt</c:v>
                </c:pt>
                <c:pt idx="9">
                  <c:v>Bethany20</c:v>
                </c:pt>
                <c:pt idx="10">
                  <c:v>Janelle.Nikolaus81</c:v>
                </c:pt>
                <c:pt idx="11">
                  <c:v>Leslie67</c:v>
                </c:pt>
                <c:pt idx="12">
                  <c:v>Ollie_Ledner37</c:v>
                </c:pt>
                <c:pt idx="13">
                  <c:v>Keenan.Schamberger60</c:v>
                </c:pt>
                <c:pt idx="14">
                  <c:v>Karley_Bosco</c:v>
                </c:pt>
                <c:pt idx="15">
                  <c:v>Rick29</c:v>
                </c:pt>
                <c:pt idx="16">
                  <c:v>Elenor88</c:v>
                </c:pt>
                <c:pt idx="17">
                  <c:v>Josianne.Friesen</c:v>
                </c:pt>
                <c:pt idx="18">
                  <c:v>Emilio_Bernier52</c:v>
                </c:pt>
                <c:pt idx="19">
                  <c:v>Billy52</c:v>
                </c:pt>
                <c:pt idx="20">
                  <c:v>Norbert_Carroll35</c:v>
                </c:pt>
                <c:pt idx="21">
                  <c:v>Andre_Purdy85</c:v>
                </c:pt>
                <c:pt idx="22">
                  <c:v>Lennie_Hartmann40</c:v>
                </c:pt>
                <c:pt idx="23">
                  <c:v>Janet.Armstrong</c:v>
                </c:pt>
                <c:pt idx="24">
                  <c:v>Sam52</c:v>
                </c:pt>
                <c:pt idx="25">
                  <c:v>Kenneth64</c:v>
                </c:pt>
                <c:pt idx="26">
                  <c:v>Arely_Bogan63</c:v>
                </c:pt>
                <c:pt idx="27">
                  <c:v>Erick5</c:v>
                </c:pt>
                <c:pt idx="28">
                  <c:v>Adelle96</c:v>
                </c:pt>
                <c:pt idx="29">
                  <c:v>Kelsi26</c:v>
                </c:pt>
                <c:pt idx="30">
                  <c:v>Malinda_Streich</c:v>
                </c:pt>
                <c:pt idx="31">
                  <c:v>Annalise.McKenzie16</c:v>
                </c:pt>
                <c:pt idx="32">
                  <c:v>Nicole71</c:v>
                </c:pt>
                <c:pt idx="33">
                  <c:v>Willie_Leuschke</c:v>
                </c:pt>
                <c:pt idx="34">
                  <c:v>Aiyana_Hoeger</c:v>
                </c:pt>
                <c:pt idx="35">
                  <c:v>Delpha.Kihn</c:v>
                </c:pt>
                <c:pt idx="36">
                  <c:v>Rafael.Hickle2</c:v>
                </c:pt>
                <c:pt idx="37">
                  <c:v>Damon35</c:v>
                </c:pt>
                <c:pt idx="38">
                  <c:v>Javonte83</c:v>
                </c:pt>
                <c:pt idx="39">
                  <c:v>Frederik_Rice</c:v>
                </c:pt>
                <c:pt idx="40">
                  <c:v>Alexandro35</c:v>
                </c:pt>
                <c:pt idx="41">
                  <c:v>Alysa22</c:v>
                </c:pt>
                <c:pt idx="42">
                  <c:v>Aracely.Johnston98</c:v>
                </c:pt>
                <c:pt idx="43">
                  <c:v>Presley_McClure</c:v>
                </c:pt>
                <c:pt idx="44">
                  <c:v>Hailee26</c:v>
                </c:pt>
                <c:pt idx="45">
                  <c:v>Gerard79</c:v>
                </c:pt>
                <c:pt idx="46">
                  <c:v>Peter.Stehr0</c:v>
                </c:pt>
                <c:pt idx="47">
                  <c:v>Jaylan.Lakin</c:v>
                </c:pt>
                <c:pt idx="48">
                  <c:v>Kathryn80</c:v>
                </c:pt>
                <c:pt idx="49">
                  <c:v>Yazmin_Mills95</c:v>
                </c:pt>
                <c:pt idx="50">
                  <c:v>Irwin.Larson</c:v>
                </c:pt>
                <c:pt idx="51">
                  <c:v>Harley_Lind18</c:v>
                </c:pt>
                <c:pt idx="52">
                  <c:v>Ressie_Stanton46</c:v>
                </c:pt>
                <c:pt idx="53">
                  <c:v>Seth46</c:v>
                </c:pt>
                <c:pt idx="54">
                  <c:v>Darwin29</c:v>
                </c:pt>
                <c:pt idx="55">
                  <c:v>Kaley9</c:v>
                </c:pt>
                <c:pt idx="56">
                  <c:v>Gus93</c:v>
                </c:pt>
                <c:pt idx="57">
                  <c:v>Dereck65</c:v>
                </c:pt>
                <c:pt idx="58">
                  <c:v>Travon.Waters</c:v>
                </c:pt>
                <c:pt idx="59">
                  <c:v>Milford_Gleichner42</c:v>
                </c:pt>
                <c:pt idx="60">
                  <c:v>Meggie_Doyle</c:v>
                </c:pt>
                <c:pt idx="61">
                  <c:v>Colten.Harris76</c:v>
                </c:pt>
                <c:pt idx="62">
                  <c:v>Katarina.Dibbert</c:v>
                </c:pt>
                <c:pt idx="63">
                  <c:v>Jordyn.Jacobson2</c:v>
                </c:pt>
                <c:pt idx="64">
                  <c:v>Alek_Watsica</c:v>
                </c:pt>
                <c:pt idx="65">
                  <c:v>Maya.Farrell</c:v>
                </c:pt>
                <c:pt idx="66">
                  <c:v>Jayson65</c:v>
                </c:pt>
                <c:pt idx="67">
                  <c:v>Zack_Kemmer93</c:v>
                </c:pt>
                <c:pt idx="68">
                  <c:v>Tabitha_Schamberger11</c:v>
                </c:pt>
                <c:pt idx="69">
                  <c:v>Imani_Nicolas17</c:v>
                </c:pt>
                <c:pt idx="70">
                  <c:v>Justina.Gaylord27</c:v>
                </c:pt>
                <c:pt idx="71">
                  <c:v>Yvette.Gottlieb91</c:v>
                </c:pt>
                <c:pt idx="72">
                  <c:v>Tomas.Beatty93</c:v>
                </c:pt>
                <c:pt idx="73">
                  <c:v>Dario77</c:v>
                </c:pt>
                <c:pt idx="74">
                  <c:v>Odessa2</c:v>
                </c:pt>
                <c:pt idx="75">
                  <c:v>Harrison.Beatty50</c:v>
                </c:pt>
                <c:pt idx="76">
                  <c:v>Granville_Kutch</c:v>
                </c:pt>
                <c:pt idx="77">
                  <c:v>Donald.Fritsch</c:v>
                </c:pt>
                <c:pt idx="78">
                  <c:v>Florence99</c:v>
                </c:pt>
                <c:pt idx="79">
                  <c:v>Darby_Herzog</c:v>
                </c:pt>
                <c:pt idx="80">
                  <c:v>Esther.Zulauf61</c:v>
                </c:pt>
                <c:pt idx="81">
                  <c:v>David.Osinski47</c:v>
                </c:pt>
                <c:pt idx="82">
                  <c:v>Bartholome.Bernhard</c:v>
                </c:pt>
                <c:pt idx="83">
                  <c:v>Kasandra_Homenick</c:v>
                </c:pt>
                <c:pt idx="84">
                  <c:v>Mariano_Koch3</c:v>
                </c:pt>
                <c:pt idx="85">
                  <c:v>Delfina_VonRueden68</c:v>
                </c:pt>
                <c:pt idx="86">
                  <c:v>Eveline95</c:v>
                </c:pt>
                <c:pt idx="87">
                  <c:v>Kenton_Kirlin</c:v>
                </c:pt>
                <c:pt idx="88">
                  <c:v>Jessyca_West</c:v>
                </c:pt>
                <c:pt idx="89">
                  <c:v>Esmeralda.Mraz57</c:v>
                </c:pt>
                <c:pt idx="90">
                  <c:v>Tierra.Trantow</c:v>
                </c:pt>
                <c:pt idx="91">
                  <c:v>Morgan.Kassulke</c:v>
                </c:pt>
                <c:pt idx="92">
                  <c:v>Jaime53</c:v>
                </c:pt>
                <c:pt idx="93">
                  <c:v>Linnea59</c:v>
                </c:pt>
                <c:pt idx="94">
                  <c:v>Aurelie71</c:v>
                </c:pt>
                <c:pt idx="95">
                  <c:v>Cesar93</c:v>
                </c:pt>
                <c:pt idx="96">
                  <c:v>Franco_Keebler64</c:v>
                </c:pt>
                <c:pt idx="97">
                  <c:v>Hulda.Macejkovic</c:v>
                </c:pt>
                <c:pt idx="98">
                  <c:v>Pearl7</c:v>
                </c:pt>
                <c:pt idx="99">
                  <c:v>Clint27</c:v>
                </c:pt>
              </c:strCache>
            </c:strRef>
          </c:cat>
          <c:val>
            <c:numRef>
              <c:f>'1s'!$C$2:$C$101</c:f>
              <c:numCache>
                <c:formatCode>General</c:formatCode>
                <c:ptCount val="100"/>
                <c:pt idx="0">
                  <c:v>257</c:v>
                </c:pt>
                <c:pt idx="1">
                  <c:v>257</c:v>
                </c:pt>
                <c:pt idx="2">
                  <c:v>257</c:v>
                </c:pt>
                <c:pt idx="3">
                  <c:v>257</c:v>
                </c:pt>
                <c:pt idx="4">
                  <c:v>257</c:v>
                </c:pt>
                <c:pt idx="5">
                  <c:v>257</c:v>
                </c:pt>
                <c:pt idx="6">
                  <c:v>257</c:v>
                </c:pt>
                <c:pt idx="7">
                  <c:v>257</c:v>
                </c:pt>
                <c:pt idx="8">
                  <c:v>257</c:v>
                </c:pt>
                <c:pt idx="9">
                  <c:v>257</c:v>
                </c:pt>
                <c:pt idx="10">
                  <c:v>257</c:v>
                </c:pt>
                <c:pt idx="11">
                  <c:v>257</c:v>
                </c:pt>
                <c:pt idx="12">
                  <c:v>257</c:v>
                </c:pt>
                <c:pt idx="13">
                  <c:v>98</c:v>
                </c:pt>
                <c:pt idx="14">
                  <c:v>97</c:v>
                </c:pt>
                <c:pt idx="15">
                  <c:v>92</c:v>
                </c:pt>
                <c:pt idx="16">
                  <c:v>83</c:v>
                </c:pt>
                <c:pt idx="17">
                  <c:v>94</c:v>
                </c:pt>
                <c:pt idx="18">
                  <c:v>86</c:v>
                </c:pt>
                <c:pt idx="19">
                  <c:v>84</c:v>
                </c:pt>
                <c:pt idx="20">
                  <c:v>78</c:v>
                </c:pt>
                <c:pt idx="21">
                  <c:v>94</c:v>
                </c:pt>
                <c:pt idx="22">
                  <c:v>92</c:v>
                </c:pt>
                <c:pt idx="23">
                  <c:v>86</c:v>
                </c:pt>
                <c:pt idx="24">
                  <c:v>86</c:v>
                </c:pt>
                <c:pt idx="25">
                  <c:v>91</c:v>
                </c:pt>
                <c:pt idx="26">
                  <c:v>93</c:v>
                </c:pt>
                <c:pt idx="27">
                  <c:v>88</c:v>
                </c:pt>
                <c:pt idx="28">
                  <c:v>96</c:v>
                </c:pt>
                <c:pt idx="29">
                  <c:v>89</c:v>
                </c:pt>
                <c:pt idx="30">
                  <c:v>88</c:v>
                </c:pt>
                <c:pt idx="31">
                  <c:v>103</c:v>
                </c:pt>
                <c:pt idx="32">
                  <c:v>86</c:v>
                </c:pt>
                <c:pt idx="33">
                  <c:v>91</c:v>
                </c:pt>
                <c:pt idx="34">
                  <c:v>88</c:v>
                </c:pt>
                <c:pt idx="35">
                  <c:v>87</c:v>
                </c:pt>
                <c:pt idx="36">
                  <c:v>85</c:v>
                </c:pt>
                <c:pt idx="37">
                  <c:v>84</c:v>
                </c:pt>
                <c:pt idx="38">
                  <c:v>82</c:v>
                </c:pt>
                <c:pt idx="39">
                  <c:v>91</c:v>
                </c:pt>
                <c:pt idx="40">
                  <c:v>93</c:v>
                </c:pt>
                <c:pt idx="41">
                  <c:v>75</c:v>
                </c:pt>
                <c:pt idx="42">
                  <c:v>84</c:v>
                </c:pt>
                <c:pt idx="43">
                  <c:v>87</c:v>
                </c:pt>
                <c:pt idx="44">
                  <c:v>90</c:v>
                </c:pt>
                <c:pt idx="45">
                  <c:v>81</c:v>
                </c:pt>
                <c:pt idx="46">
                  <c:v>81</c:v>
                </c:pt>
                <c:pt idx="47">
                  <c:v>86</c:v>
                </c:pt>
                <c:pt idx="48">
                  <c:v>85</c:v>
                </c:pt>
                <c:pt idx="49">
                  <c:v>84</c:v>
                </c:pt>
                <c:pt idx="50">
                  <c:v>91</c:v>
                </c:pt>
                <c:pt idx="51">
                  <c:v>79</c:v>
                </c:pt>
                <c:pt idx="52">
                  <c:v>88</c:v>
                </c:pt>
                <c:pt idx="53">
                  <c:v>86</c:v>
                </c:pt>
                <c:pt idx="54">
                  <c:v>79</c:v>
                </c:pt>
                <c:pt idx="55">
                  <c:v>81</c:v>
                </c:pt>
                <c:pt idx="56">
                  <c:v>85</c:v>
                </c:pt>
                <c:pt idx="57">
                  <c:v>77</c:v>
                </c:pt>
                <c:pt idx="58">
                  <c:v>82</c:v>
                </c:pt>
                <c:pt idx="59">
                  <c:v>87</c:v>
                </c:pt>
                <c:pt idx="60">
                  <c:v>78</c:v>
                </c:pt>
                <c:pt idx="61">
                  <c:v>83</c:v>
                </c:pt>
                <c:pt idx="62">
                  <c:v>75</c:v>
                </c:pt>
                <c:pt idx="63">
                  <c:v>85</c:v>
                </c:pt>
                <c:pt idx="64">
                  <c:v>74</c:v>
                </c:pt>
                <c:pt idx="65">
                  <c:v>87</c:v>
                </c:pt>
                <c:pt idx="66">
                  <c:v>83</c:v>
                </c:pt>
                <c:pt idx="67">
                  <c:v>85</c:v>
                </c:pt>
                <c:pt idx="68">
                  <c:v>79</c:v>
                </c:pt>
                <c:pt idx="69">
                  <c:v>74</c:v>
                </c:pt>
                <c:pt idx="70">
                  <c:v>89</c:v>
                </c:pt>
                <c:pt idx="71">
                  <c:v>77</c:v>
                </c:pt>
                <c:pt idx="72">
                  <c:v>69</c:v>
                </c:pt>
                <c:pt idx="73">
                  <c:v>77</c:v>
                </c:pt>
                <c:pt idx="74">
                  <c:v>82</c:v>
                </c:pt>
                <c:pt idx="75">
                  <c:v>76</c:v>
                </c:pt>
                <c:pt idx="76">
                  <c:v>75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2C-45E5-98C3-67E9D346B361}"/>
            </c:ext>
          </c:extLst>
        </c:ser>
        <c:ser>
          <c:idx val="1"/>
          <c:order val="1"/>
          <c:tx>
            <c:strRef>
              <c:f>'1s'!$D$1</c:f>
              <c:strCache>
                <c:ptCount val="1"/>
                <c:pt idx="0">
                  <c:v>comments_made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'1s'!$B$2:$B$101</c:f>
              <c:strCache>
                <c:ptCount val="100"/>
                <c:pt idx="0">
                  <c:v>Nia_Haag</c:v>
                </c:pt>
                <c:pt idx="1">
                  <c:v>Aniya_Hackett</c:v>
                </c:pt>
                <c:pt idx="2">
                  <c:v>Mckenna17</c:v>
                </c:pt>
                <c:pt idx="3">
                  <c:v>Rocio33</c:v>
                </c:pt>
                <c:pt idx="4">
                  <c:v>Mike.Auer39</c:v>
                </c:pt>
                <c:pt idx="5">
                  <c:v>Duane60</c:v>
                </c:pt>
                <c:pt idx="6">
                  <c:v>Maxwell.Halvorson</c:v>
                </c:pt>
                <c:pt idx="7">
                  <c:v>Jaclyn81</c:v>
                </c:pt>
                <c:pt idx="8">
                  <c:v>Julien_Schmidt</c:v>
                </c:pt>
                <c:pt idx="9">
                  <c:v>Bethany20</c:v>
                </c:pt>
                <c:pt idx="10">
                  <c:v>Janelle.Nikolaus81</c:v>
                </c:pt>
                <c:pt idx="11">
                  <c:v>Leslie67</c:v>
                </c:pt>
                <c:pt idx="12">
                  <c:v>Ollie_Ledner37</c:v>
                </c:pt>
                <c:pt idx="13">
                  <c:v>Keenan.Schamberger60</c:v>
                </c:pt>
                <c:pt idx="14">
                  <c:v>Karley_Bosco</c:v>
                </c:pt>
                <c:pt idx="15">
                  <c:v>Rick29</c:v>
                </c:pt>
                <c:pt idx="16">
                  <c:v>Elenor88</c:v>
                </c:pt>
                <c:pt idx="17">
                  <c:v>Josianne.Friesen</c:v>
                </c:pt>
                <c:pt idx="18">
                  <c:v>Emilio_Bernier52</c:v>
                </c:pt>
                <c:pt idx="19">
                  <c:v>Billy52</c:v>
                </c:pt>
                <c:pt idx="20">
                  <c:v>Norbert_Carroll35</c:v>
                </c:pt>
                <c:pt idx="21">
                  <c:v>Andre_Purdy85</c:v>
                </c:pt>
                <c:pt idx="22">
                  <c:v>Lennie_Hartmann40</c:v>
                </c:pt>
                <c:pt idx="23">
                  <c:v>Janet.Armstrong</c:v>
                </c:pt>
                <c:pt idx="24">
                  <c:v>Sam52</c:v>
                </c:pt>
                <c:pt idx="25">
                  <c:v>Kenneth64</c:v>
                </c:pt>
                <c:pt idx="26">
                  <c:v>Arely_Bogan63</c:v>
                </c:pt>
                <c:pt idx="27">
                  <c:v>Erick5</c:v>
                </c:pt>
                <c:pt idx="28">
                  <c:v>Adelle96</c:v>
                </c:pt>
                <c:pt idx="29">
                  <c:v>Kelsi26</c:v>
                </c:pt>
                <c:pt idx="30">
                  <c:v>Malinda_Streich</c:v>
                </c:pt>
                <c:pt idx="31">
                  <c:v>Annalise.McKenzie16</c:v>
                </c:pt>
                <c:pt idx="32">
                  <c:v>Nicole71</c:v>
                </c:pt>
                <c:pt idx="33">
                  <c:v>Willie_Leuschke</c:v>
                </c:pt>
                <c:pt idx="34">
                  <c:v>Aiyana_Hoeger</c:v>
                </c:pt>
                <c:pt idx="35">
                  <c:v>Delpha.Kihn</c:v>
                </c:pt>
                <c:pt idx="36">
                  <c:v>Rafael.Hickle2</c:v>
                </c:pt>
                <c:pt idx="37">
                  <c:v>Damon35</c:v>
                </c:pt>
                <c:pt idx="38">
                  <c:v>Javonte83</c:v>
                </c:pt>
                <c:pt idx="39">
                  <c:v>Frederik_Rice</c:v>
                </c:pt>
                <c:pt idx="40">
                  <c:v>Alexandro35</c:v>
                </c:pt>
                <c:pt idx="41">
                  <c:v>Alysa22</c:v>
                </c:pt>
                <c:pt idx="42">
                  <c:v>Aracely.Johnston98</c:v>
                </c:pt>
                <c:pt idx="43">
                  <c:v>Presley_McClure</c:v>
                </c:pt>
                <c:pt idx="44">
                  <c:v>Hailee26</c:v>
                </c:pt>
                <c:pt idx="45">
                  <c:v>Gerard79</c:v>
                </c:pt>
                <c:pt idx="46">
                  <c:v>Peter.Stehr0</c:v>
                </c:pt>
                <c:pt idx="47">
                  <c:v>Jaylan.Lakin</c:v>
                </c:pt>
                <c:pt idx="48">
                  <c:v>Kathryn80</c:v>
                </c:pt>
                <c:pt idx="49">
                  <c:v>Yazmin_Mills95</c:v>
                </c:pt>
                <c:pt idx="50">
                  <c:v>Irwin.Larson</c:v>
                </c:pt>
                <c:pt idx="51">
                  <c:v>Harley_Lind18</c:v>
                </c:pt>
                <c:pt idx="52">
                  <c:v>Ressie_Stanton46</c:v>
                </c:pt>
                <c:pt idx="53">
                  <c:v>Seth46</c:v>
                </c:pt>
                <c:pt idx="54">
                  <c:v>Darwin29</c:v>
                </c:pt>
                <c:pt idx="55">
                  <c:v>Kaley9</c:v>
                </c:pt>
                <c:pt idx="56">
                  <c:v>Gus93</c:v>
                </c:pt>
                <c:pt idx="57">
                  <c:v>Dereck65</c:v>
                </c:pt>
                <c:pt idx="58">
                  <c:v>Travon.Waters</c:v>
                </c:pt>
                <c:pt idx="59">
                  <c:v>Milford_Gleichner42</c:v>
                </c:pt>
                <c:pt idx="60">
                  <c:v>Meggie_Doyle</c:v>
                </c:pt>
                <c:pt idx="61">
                  <c:v>Colten.Harris76</c:v>
                </c:pt>
                <c:pt idx="62">
                  <c:v>Katarina.Dibbert</c:v>
                </c:pt>
                <c:pt idx="63">
                  <c:v>Jordyn.Jacobson2</c:v>
                </c:pt>
                <c:pt idx="64">
                  <c:v>Alek_Watsica</c:v>
                </c:pt>
                <c:pt idx="65">
                  <c:v>Maya.Farrell</c:v>
                </c:pt>
                <c:pt idx="66">
                  <c:v>Jayson65</c:v>
                </c:pt>
                <c:pt idx="67">
                  <c:v>Zack_Kemmer93</c:v>
                </c:pt>
                <c:pt idx="68">
                  <c:v>Tabitha_Schamberger11</c:v>
                </c:pt>
                <c:pt idx="69">
                  <c:v>Imani_Nicolas17</c:v>
                </c:pt>
                <c:pt idx="70">
                  <c:v>Justina.Gaylord27</c:v>
                </c:pt>
                <c:pt idx="71">
                  <c:v>Yvette.Gottlieb91</c:v>
                </c:pt>
                <c:pt idx="72">
                  <c:v>Tomas.Beatty93</c:v>
                </c:pt>
                <c:pt idx="73">
                  <c:v>Dario77</c:v>
                </c:pt>
                <c:pt idx="74">
                  <c:v>Odessa2</c:v>
                </c:pt>
                <c:pt idx="75">
                  <c:v>Harrison.Beatty50</c:v>
                </c:pt>
                <c:pt idx="76">
                  <c:v>Granville_Kutch</c:v>
                </c:pt>
                <c:pt idx="77">
                  <c:v>Donald.Fritsch</c:v>
                </c:pt>
                <c:pt idx="78">
                  <c:v>Florence99</c:v>
                </c:pt>
                <c:pt idx="79">
                  <c:v>Darby_Herzog</c:v>
                </c:pt>
                <c:pt idx="80">
                  <c:v>Esther.Zulauf61</c:v>
                </c:pt>
                <c:pt idx="81">
                  <c:v>David.Osinski47</c:v>
                </c:pt>
                <c:pt idx="82">
                  <c:v>Bartholome.Bernhard</c:v>
                </c:pt>
                <c:pt idx="83">
                  <c:v>Kasandra_Homenick</c:v>
                </c:pt>
                <c:pt idx="84">
                  <c:v>Mariano_Koch3</c:v>
                </c:pt>
                <c:pt idx="85">
                  <c:v>Delfina_VonRueden68</c:v>
                </c:pt>
                <c:pt idx="86">
                  <c:v>Eveline95</c:v>
                </c:pt>
                <c:pt idx="87">
                  <c:v>Kenton_Kirlin</c:v>
                </c:pt>
                <c:pt idx="88">
                  <c:v>Jessyca_West</c:v>
                </c:pt>
                <c:pt idx="89">
                  <c:v>Esmeralda.Mraz57</c:v>
                </c:pt>
                <c:pt idx="90">
                  <c:v>Tierra.Trantow</c:v>
                </c:pt>
                <c:pt idx="91">
                  <c:v>Morgan.Kassulke</c:v>
                </c:pt>
                <c:pt idx="92">
                  <c:v>Jaime53</c:v>
                </c:pt>
                <c:pt idx="93">
                  <c:v>Linnea59</c:v>
                </c:pt>
                <c:pt idx="94">
                  <c:v>Aurelie71</c:v>
                </c:pt>
                <c:pt idx="95">
                  <c:v>Cesar93</c:v>
                </c:pt>
                <c:pt idx="96">
                  <c:v>Franco_Keebler64</c:v>
                </c:pt>
                <c:pt idx="97">
                  <c:v>Hulda.Macejkovic</c:v>
                </c:pt>
                <c:pt idx="98">
                  <c:v>Pearl7</c:v>
                </c:pt>
                <c:pt idx="99">
                  <c:v>Clint27</c:v>
                </c:pt>
              </c:strCache>
            </c:strRef>
          </c:cat>
          <c:val>
            <c:numRef>
              <c:f>'1s'!$D$2:$D$101</c:f>
              <c:numCache>
                <c:formatCode>General</c:formatCode>
                <c:ptCount val="100"/>
                <c:pt idx="0">
                  <c:v>257</c:v>
                </c:pt>
                <c:pt idx="1">
                  <c:v>257</c:v>
                </c:pt>
                <c:pt idx="2">
                  <c:v>257</c:v>
                </c:pt>
                <c:pt idx="3">
                  <c:v>257</c:v>
                </c:pt>
                <c:pt idx="4">
                  <c:v>257</c:v>
                </c:pt>
                <c:pt idx="5">
                  <c:v>257</c:v>
                </c:pt>
                <c:pt idx="6">
                  <c:v>257</c:v>
                </c:pt>
                <c:pt idx="7">
                  <c:v>257</c:v>
                </c:pt>
                <c:pt idx="8">
                  <c:v>257</c:v>
                </c:pt>
                <c:pt idx="9">
                  <c:v>257</c:v>
                </c:pt>
                <c:pt idx="10">
                  <c:v>257</c:v>
                </c:pt>
                <c:pt idx="11">
                  <c:v>257</c:v>
                </c:pt>
                <c:pt idx="12">
                  <c:v>257</c:v>
                </c:pt>
                <c:pt idx="13">
                  <c:v>75</c:v>
                </c:pt>
                <c:pt idx="14">
                  <c:v>69</c:v>
                </c:pt>
                <c:pt idx="15">
                  <c:v>74</c:v>
                </c:pt>
                <c:pt idx="16">
                  <c:v>80</c:v>
                </c:pt>
                <c:pt idx="17">
                  <c:v>69</c:v>
                </c:pt>
                <c:pt idx="18">
                  <c:v>76</c:v>
                </c:pt>
                <c:pt idx="19">
                  <c:v>77</c:v>
                </c:pt>
                <c:pt idx="20">
                  <c:v>83</c:v>
                </c:pt>
                <c:pt idx="21">
                  <c:v>66</c:v>
                </c:pt>
                <c:pt idx="22">
                  <c:v>67</c:v>
                </c:pt>
                <c:pt idx="23">
                  <c:v>72</c:v>
                </c:pt>
                <c:pt idx="24">
                  <c:v>72</c:v>
                </c:pt>
                <c:pt idx="25">
                  <c:v>67</c:v>
                </c:pt>
                <c:pt idx="26">
                  <c:v>64</c:v>
                </c:pt>
                <c:pt idx="27">
                  <c:v>69</c:v>
                </c:pt>
                <c:pt idx="28">
                  <c:v>60</c:v>
                </c:pt>
                <c:pt idx="29">
                  <c:v>67</c:v>
                </c:pt>
                <c:pt idx="30">
                  <c:v>68</c:v>
                </c:pt>
                <c:pt idx="31">
                  <c:v>52</c:v>
                </c:pt>
                <c:pt idx="32">
                  <c:v>68</c:v>
                </c:pt>
                <c:pt idx="33">
                  <c:v>63</c:v>
                </c:pt>
                <c:pt idx="34">
                  <c:v>66</c:v>
                </c:pt>
                <c:pt idx="35">
                  <c:v>67</c:v>
                </c:pt>
                <c:pt idx="36">
                  <c:v>68</c:v>
                </c:pt>
                <c:pt idx="37">
                  <c:v>68</c:v>
                </c:pt>
                <c:pt idx="38">
                  <c:v>70</c:v>
                </c:pt>
                <c:pt idx="39">
                  <c:v>61</c:v>
                </c:pt>
                <c:pt idx="40">
                  <c:v>58</c:v>
                </c:pt>
                <c:pt idx="41">
                  <c:v>76</c:v>
                </c:pt>
                <c:pt idx="42">
                  <c:v>67</c:v>
                </c:pt>
                <c:pt idx="43">
                  <c:v>63</c:v>
                </c:pt>
                <c:pt idx="44">
                  <c:v>60</c:v>
                </c:pt>
                <c:pt idx="45">
                  <c:v>69</c:v>
                </c:pt>
                <c:pt idx="46">
                  <c:v>68</c:v>
                </c:pt>
                <c:pt idx="47">
                  <c:v>63</c:v>
                </c:pt>
                <c:pt idx="48">
                  <c:v>64</c:v>
                </c:pt>
                <c:pt idx="49">
                  <c:v>63</c:v>
                </c:pt>
                <c:pt idx="50">
                  <c:v>56</c:v>
                </c:pt>
                <c:pt idx="51">
                  <c:v>67</c:v>
                </c:pt>
                <c:pt idx="52">
                  <c:v>58</c:v>
                </c:pt>
                <c:pt idx="53">
                  <c:v>60</c:v>
                </c:pt>
                <c:pt idx="54">
                  <c:v>67</c:v>
                </c:pt>
                <c:pt idx="55">
                  <c:v>65</c:v>
                </c:pt>
                <c:pt idx="56">
                  <c:v>60</c:v>
                </c:pt>
                <c:pt idx="57">
                  <c:v>68</c:v>
                </c:pt>
                <c:pt idx="58">
                  <c:v>62</c:v>
                </c:pt>
                <c:pt idx="59">
                  <c:v>57</c:v>
                </c:pt>
                <c:pt idx="60">
                  <c:v>66</c:v>
                </c:pt>
                <c:pt idx="61">
                  <c:v>60</c:v>
                </c:pt>
                <c:pt idx="62">
                  <c:v>68</c:v>
                </c:pt>
                <c:pt idx="63">
                  <c:v>58</c:v>
                </c:pt>
                <c:pt idx="64">
                  <c:v>68</c:v>
                </c:pt>
                <c:pt idx="65">
                  <c:v>54</c:v>
                </c:pt>
                <c:pt idx="66">
                  <c:v>58</c:v>
                </c:pt>
                <c:pt idx="67">
                  <c:v>56</c:v>
                </c:pt>
                <c:pt idx="68">
                  <c:v>61</c:v>
                </c:pt>
                <c:pt idx="69">
                  <c:v>65</c:v>
                </c:pt>
                <c:pt idx="70">
                  <c:v>49</c:v>
                </c:pt>
                <c:pt idx="71">
                  <c:v>61</c:v>
                </c:pt>
                <c:pt idx="72">
                  <c:v>68</c:v>
                </c:pt>
                <c:pt idx="73">
                  <c:v>59</c:v>
                </c:pt>
                <c:pt idx="74">
                  <c:v>53</c:v>
                </c:pt>
                <c:pt idx="75">
                  <c:v>59</c:v>
                </c:pt>
                <c:pt idx="76">
                  <c:v>55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A2C-45E5-98C3-67E9D346B361}"/>
            </c:ext>
          </c:extLst>
        </c:ser>
        <c:ser>
          <c:idx val="2"/>
          <c:order val="2"/>
          <c:tx>
            <c:strRef>
              <c:f>'1s'!$E$1</c:f>
              <c:strCache>
                <c:ptCount val="1"/>
                <c:pt idx="0">
                  <c:v>total_interactions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'1s'!$B$2:$B$101</c:f>
              <c:strCache>
                <c:ptCount val="100"/>
                <c:pt idx="0">
                  <c:v>Nia_Haag</c:v>
                </c:pt>
                <c:pt idx="1">
                  <c:v>Aniya_Hackett</c:v>
                </c:pt>
                <c:pt idx="2">
                  <c:v>Mckenna17</c:v>
                </c:pt>
                <c:pt idx="3">
                  <c:v>Rocio33</c:v>
                </c:pt>
                <c:pt idx="4">
                  <c:v>Mike.Auer39</c:v>
                </c:pt>
                <c:pt idx="5">
                  <c:v>Duane60</c:v>
                </c:pt>
                <c:pt idx="6">
                  <c:v>Maxwell.Halvorson</c:v>
                </c:pt>
                <c:pt idx="7">
                  <c:v>Jaclyn81</c:v>
                </c:pt>
                <c:pt idx="8">
                  <c:v>Julien_Schmidt</c:v>
                </c:pt>
                <c:pt idx="9">
                  <c:v>Bethany20</c:v>
                </c:pt>
                <c:pt idx="10">
                  <c:v>Janelle.Nikolaus81</c:v>
                </c:pt>
                <c:pt idx="11">
                  <c:v>Leslie67</c:v>
                </c:pt>
                <c:pt idx="12">
                  <c:v>Ollie_Ledner37</c:v>
                </c:pt>
                <c:pt idx="13">
                  <c:v>Keenan.Schamberger60</c:v>
                </c:pt>
                <c:pt idx="14">
                  <c:v>Karley_Bosco</c:v>
                </c:pt>
                <c:pt idx="15">
                  <c:v>Rick29</c:v>
                </c:pt>
                <c:pt idx="16">
                  <c:v>Elenor88</c:v>
                </c:pt>
                <c:pt idx="17">
                  <c:v>Josianne.Friesen</c:v>
                </c:pt>
                <c:pt idx="18">
                  <c:v>Emilio_Bernier52</c:v>
                </c:pt>
                <c:pt idx="19">
                  <c:v>Billy52</c:v>
                </c:pt>
                <c:pt idx="20">
                  <c:v>Norbert_Carroll35</c:v>
                </c:pt>
                <c:pt idx="21">
                  <c:v>Andre_Purdy85</c:v>
                </c:pt>
                <c:pt idx="22">
                  <c:v>Lennie_Hartmann40</c:v>
                </c:pt>
                <c:pt idx="23">
                  <c:v>Janet.Armstrong</c:v>
                </c:pt>
                <c:pt idx="24">
                  <c:v>Sam52</c:v>
                </c:pt>
                <c:pt idx="25">
                  <c:v>Kenneth64</c:v>
                </c:pt>
                <c:pt idx="26">
                  <c:v>Arely_Bogan63</c:v>
                </c:pt>
                <c:pt idx="27">
                  <c:v>Erick5</c:v>
                </c:pt>
                <c:pt idx="28">
                  <c:v>Adelle96</c:v>
                </c:pt>
                <c:pt idx="29">
                  <c:v>Kelsi26</c:v>
                </c:pt>
                <c:pt idx="30">
                  <c:v>Malinda_Streich</c:v>
                </c:pt>
                <c:pt idx="31">
                  <c:v>Annalise.McKenzie16</c:v>
                </c:pt>
                <c:pt idx="32">
                  <c:v>Nicole71</c:v>
                </c:pt>
                <c:pt idx="33">
                  <c:v>Willie_Leuschke</c:v>
                </c:pt>
                <c:pt idx="34">
                  <c:v>Aiyana_Hoeger</c:v>
                </c:pt>
                <c:pt idx="35">
                  <c:v>Delpha.Kihn</c:v>
                </c:pt>
                <c:pt idx="36">
                  <c:v>Rafael.Hickle2</c:v>
                </c:pt>
                <c:pt idx="37">
                  <c:v>Damon35</c:v>
                </c:pt>
                <c:pt idx="38">
                  <c:v>Javonte83</c:v>
                </c:pt>
                <c:pt idx="39">
                  <c:v>Frederik_Rice</c:v>
                </c:pt>
                <c:pt idx="40">
                  <c:v>Alexandro35</c:v>
                </c:pt>
                <c:pt idx="41">
                  <c:v>Alysa22</c:v>
                </c:pt>
                <c:pt idx="42">
                  <c:v>Aracely.Johnston98</c:v>
                </c:pt>
                <c:pt idx="43">
                  <c:v>Presley_McClure</c:v>
                </c:pt>
                <c:pt idx="44">
                  <c:v>Hailee26</c:v>
                </c:pt>
                <c:pt idx="45">
                  <c:v>Gerard79</c:v>
                </c:pt>
                <c:pt idx="46">
                  <c:v>Peter.Stehr0</c:v>
                </c:pt>
                <c:pt idx="47">
                  <c:v>Jaylan.Lakin</c:v>
                </c:pt>
                <c:pt idx="48">
                  <c:v>Kathryn80</c:v>
                </c:pt>
                <c:pt idx="49">
                  <c:v>Yazmin_Mills95</c:v>
                </c:pt>
                <c:pt idx="50">
                  <c:v>Irwin.Larson</c:v>
                </c:pt>
                <c:pt idx="51">
                  <c:v>Harley_Lind18</c:v>
                </c:pt>
                <c:pt idx="52">
                  <c:v>Ressie_Stanton46</c:v>
                </c:pt>
                <c:pt idx="53">
                  <c:v>Seth46</c:v>
                </c:pt>
                <c:pt idx="54">
                  <c:v>Darwin29</c:v>
                </c:pt>
                <c:pt idx="55">
                  <c:v>Kaley9</c:v>
                </c:pt>
                <c:pt idx="56">
                  <c:v>Gus93</c:v>
                </c:pt>
                <c:pt idx="57">
                  <c:v>Dereck65</c:v>
                </c:pt>
                <c:pt idx="58">
                  <c:v>Travon.Waters</c:v>
                </c:pt>
                <c:pt idx="59">
                  <c:v>Milford_Gleichner42</c:v>
                </c:pt>
                <c:pt idx="60">
                  <c:v>Meggie_Doyle</c:v>
                </c:pt>
                <c:pt idx="61">
                  <c:v>Colten.Harris76</c:v>
                </c:pt>
                <c:pt idx="62">
                  <c:v>Katarina.Dibbert</c:v>
                </c:pt>
                <c:pt idx="63">
                  <c:v>Jordyn.Jacobson2</c:v>
                </c:pt>
                <c:pt idx="64">
                  <c:v>Alek_Watsica</c:v>
                </c:pt>
                <c:pt idx="65">
                  <c:v>Maya.Farrell</c:v>
                </c:pt>
                <c:pt idx="66">
                  <c:v>Jayson65</c:v>
                </c:pt>
                <c:pt idx="67">
                  <c:v>Zack_Kemmer93</c:v>
                </c:pt>
                <c:pt idx="68">
                  <c:v>Tabitha_Schamberger11</c:v>
                </c:pt>
                <c:pt idx="69">
                  <c:v>Imani_Nicolas17</c:v>
                </c:pt>
                <c:pt idx="70">
                  <c:v>Justina.Gaylord27</c:v>
                </c:pt>
                <c:pt idx="71">
                  <c:v>Yvette.Gottlieb91</c:v>
                </c:pt>
                <c:pt idx="72">
                  <c:v>Tomas.Beatty93</c:v>
                </c:pt>
                <c:pt idx="73">
                  <c:v>Dario77</c:v>
                </c:pt>
                <c:pt idx="74">
                  <c:v>Odessa2</c:v>
                </c:pt>
                <c:pt idx="75">
                  <c:v>Harrison.Beatty50</c:v>
                </c:pt>
                <c:pt idx="76">
                  <c:v>Granville_Kutch</c:v>
                </c:pt>
                <c:pt idx="77">
                  <c:v>Donald.Fritsch</c:v>
                </c:pt>
                <c:pt idx="78">
                  <c:v>Florence99</c:v>
                </c:pt>
                <c:pt idx="79">
                  <c:v>Darby_Herzog</c:v>
                </c:pt>
                <c:pt idx="80">
                  <c:v>Esther.Zulauf61</c:v>
                </c:pt>
                <c:pt idx="81">
                  <c:v>David.Osinski47</c:v>
                </c:pt>
                <c:pt idx="82">
                  <c:v>Bartholome.Bernhard</c:v>
                </c:pt>
                <c:pt idx="83">
                  <c:v>Kasandra_Homenick</c:v>
                </c:pt>
                <c:pt idx="84">
                  <c:v>Mariano_Koch3</c:v>
                </c:pt>
                <c:pt idx="85">
                  <c:v>Delfina_VonRueden68</c:v>
                </c:pt>
                <c:pt idx="86">
                  <c:v>Eveline95</c:v>
                </c:pt>
                <c:pt idx="87">
                  <c:v>Kenton_Kirlin</c:v>
                </c:pt>
                <c:pt idx="88">
                  <c:v>Jessyca_West</c:v>
                </c:pt>
                <c:pt idx="89">
                  <c:v>Esmeralda.Mraz57</c:v>
                </c:pt>
                <c:pt idx="90">
                  <c:v>Tierra.Trantow</c:v>
                </c:pt>
                <c:pt idx="91">
                  <c:v>Morgan.Kassulke</c:v>
                </c:pt>
                <c:pt idx="92">
                  <c:v>Jaime53</c:v>
                </c:pt>
                <c:pt idx="93">
                  <c:v>Linnea59</c:v>
                </c:pt>
                <c:pt idx="94">
                  <c:v>Aurelie71</c:v>
                </c:pt>
                <c:pt idx="95">
                  <c:v>Cesar93</c:v>
                </c:pt>
                <c:pt idx="96">
                  <c:v>Franco_Keebler64</c:v>
                </c:pt>
                <c:pt idx="97">
                  <c:v>Hulda.Macejkovic</c:v>
                </c:pt>
                <c:pt idx="98">
                  <c:v>Pearl7</c:v>
                </c:pt>
                <c:pt idx="99">
                  <c:v>Clint27</c:v>
                </c:pt>
              </c:strCache>
            </c:strRef>
          </c:cat>
          <c:val>
            <c:numRef>
              <c:f>'1s'!$E$2:$E$101</c:f>
              <c:numCache>
                <c:formatCode>General</c:formatCode>
                <c:ptCount val="100"/>
                <c:pt idx="0">
                  <c:v>514</c:v>
                </c:pt>
                <c:pt idx="1">
                  <c:v>514</c:v>
                </c:pt>
                <c:pt idx="2">
                  <c:v>514</c:v>
                </c:pt>
                <c:pt idx="3">
                  <c:v>514</c:v>
                </c:pt>
                <c:pt idx="4">
                  <c:v>514</c:v>
                </c:pt>
                <c:pt idx="5">
                  <c:v>514</c:v>
                </c:pt>
                <c:pt idx="6">
                  <c:v>514</c:v>
                </c:pt>
                <c:pt idx="7">
                  <c:v>514</c:v>
                </c:pt>
                <c:pt idx="8">
                  <c:v>514</c:v>
                </c:pt>
                <c:pt idx="9">
                  <c:v>514</c:v>
                </c:pt>
                <c:pt idx="10">
                  <c:v>514</c:v>
                </c:pt>
                <c:pt idx="11">
                  <c:v>514</c:v>
                </c:pt>
                <c:pt idx="12">
                  <c:v>514</c:v>
                </c:pt>
                <c:pt idx="13">
                  <c:v>173</c:v>
                </c:pt>
                <c:pt idx="14">
                  <c:v>166</c:v>
                </c:pt>
                <c:pt idx="15">
                  <c:v>166</c:v>
                </c:pt>
                <c:pt idx="16">
                  <c:v>163</c:v>
                </c:pt>
                <c:pt idx="17">
                  <c:v>163</c:v>
                </c:pt>
                <c:pt idx="18">
                  <c:v>162</c:v>
                </c:pt>
                <c:pt idx="19">
                  <c:v>161</c:v>
                </c:pt>
                <c:pt idx="20">
                  <c:v>161</c:v>
                </c:pt>
                <c:pt idx="21">
                  <c:v>160</c:v>
                </c:pt>
                <c:pt idx="22">
                  <c:v>159</c:v>
                </c:pt>
                <c:pt idx="23">
                  <c:v>158</c:v>
                </c:pt>
                <c:pt idx="24">
                  <c:v>158</c:v>
                </c:pt>
                <c:pt idx="25">
                  <c:v>158</c:v>
                </c:pt>
                <c:pt idx="26">
                  <c:v>157</c:v>
                </c:pt>
                <c:pt idx="27">
                  <c:v>157</c:v>
                </c:pt>
                <c:pt idx="28">
                  <c:v>156</c:v>
                </c:pt>
                <c:pt idx="29">
                  <c:v>156</c:v>
                </c:pt>
                <c:pt idx="30">
                  <c:v>156</c:v>
                </c:pt>
                <c:pt idx="31">
                  <c:v>155</c:v>
                </c:pt>
                <c:pt idx="32">
                  <c:v>154</c:v>
                </c:pt>
                <c:pt idx="33">
                  <c:v>154</c:v>
                </c:pt>
                <c:pt idx="34">
                  <c:v>154</c:v>
                </c:pt>
                <c:pt idx="35">
                  <c:v>154</c:v>
                </c:pt>
                <c:pt idx="36">
                  <c:v>153</c:v>
                </c:pt>
                <c:pt idx="37">
                  <c:v>152</c:v>
                </c:pt>
                <c:pt idx="38">
                  <c:v>152</c:v>
                </c:pt>
                <c:pt idx="39">
                  <c:v>152</c:v>
                </c:pt>
                <c:pt idx="40">
                  <c:v>151</c:v>
                </c:pt>
                <c:pt idx="41">
                  <c:v>151</c:v>
                </c:pt>
                <c:pt idx="42">
                  <c:v>151</c:v>
                </c:pt>
                <c:pt idx="43">
                  <c:v>150</c:v>
                </c:pt>
                <c:pt idx="44">
                  <c:v>150</c:v>
                </c:pt>
                <c:pt idx="45">
                  <c:v>150</c:v>
                </c:pt>
                <c:pt idx="46">
                  <c:v>149</c:v>
                </c:pt>
                <c:pt idx="47">
                  <c:v>149</c:v>
                </c:pt>
                <c:pt idx="48">
                  <c:v>149</c:v>
                </c:pt>
                <c:pt idx="49">
                  <c:v>147</c:v>
                </c:pt>
                <c:pt idx="50">
                  <c:v>147</c:v>
                </c:pt>
                <c:pt idx="51">
                  <c:v>146</c:v>
                </c:pt>
                <c:pt idx="52">
                  <c:v>146</c:v>
                </c:pt>
                <c:pt idx="53">
                  <c:v>146</c:v>
                </c:pt>
                <c:pt idx="54">
                  <c:v>146</c:v>
                </c:pt>
                <c:pt idx="55">
                  <c:v>146</c:v>
                </c:pt>
                <c:pt idx="56">
                  <c:v>145</c:v>
                </c:pt>
                <c:pt idx="57">
                  <c:v>145</c:v>
                </c:pt>
                <c:pt idx="58">
                  <c:v>144</c:v>
                </c:pt>
                <c:pt idx="59">
                  <c:v>144</c:v>
                </c:pt>
                <c:pt idx="60">
                  <c:v>144</c:v>
                </c:pt>
                <c:pt idx="61">
                  <c:v>143</c:v>
                </c:pt>
                <c:pt idx="62">
                  <c:v>143</c:v>
                </c:pt>
                <c:pt idx="63">
                  <c:v>143</c:v>
                </c:pt>
                <c:pt idx="64">
                  <c:v>142</c:v>
                </c:pt>
                <c:pt idx="65">
                  <c:v>141</c:v>
                </c:pt>
                <c:pt idx="66">
                  <c:v>141</c:v>
                </c:pt>
                <c:pt idx="67">
                  <c:v>141</c:v>
                </c:pt>
                <c:pt idx="68">
                  <c:v>140</c:v>
                </c:pt>
                <c:pt idx="69">
                  <c:v>139</c:v>
                </c:pt>
                <c:pt idx="70">
                  <c:v>138</c:v>
                </c:pt>
                <c:pt idx="71">
                  <c:v>138</c:v>
                </c:pt>
                <c:pt idx="72">
                  <c:v>137</c:v>
                </c:pt>
                <c:pt idx="73">
                  <c:v>136</c:v>
                </c:pt>
                <c:pt idx="74">
                  <c:v>135</c:v>
                </c:pt>
                <c:pt idx="75">
                  <c:v>135</c:v>
                </c:pt>
                <c:pt idx="76">
                  <c:v>130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A2C-45E5-98C3-67E9D346B3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29829280"/>
        <c:axId val="1829824480"/>
      </c:lineChart>
      <c:catAx>
        <c:axId val="1829829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9824480"/>
        <c:crosses val="autoZero"/>
        <c:auto val="1"/>
        <c:lblAlgn val="ctr"/>
        <c:lblOffset val="100"/>
        <c:noMultiLvlLbl val="0"/>
      </c:catAx>
      <c:valAx>
        <c:axId val="1829824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9829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1" dirty="0">
                <a:solidFill>
                  <a:schemeClr val="tx1"/>
                </a:solidFill>
              </a:rPr>
              <a:t>Users who both post and engage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'1s'!$C$1</c:f>
              <c:strCache>
                <c:ptCount val="1"/>
                <c:pt idx="0">
                  <c:v>posts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'1s'!$B$2:$B$65</c:f>
              <c:strCache>
                <c:ptCount val="64"/>
                <c:pt idx="0">
                  <c:v>Josianne.Friesen</c:v>
                </c:pt>
                <c:pt idx="1">
                  <c:v>Janet.Armstrong</c:v>
                </c:pt>
                <c:pt idx="2">
                  <c:v>Adelle96</c:v>
                </c:pt>
                <c:pt idx="3">
                  <c:v>Alexandro35</c:v>
                </c:pt>
                <c:pt idx="4">
                  <c:v>Kathryn80</c:v>
                </c:pt>
                <c:pt idx="5">
                  <c:v>Travon.Waters</c:v>
                </c:pt>
                <c:pt idx="6">
                  <c:v>Colten.Harris76</c:v>
                </c:pt>
                <c:pt idx="7">
                  <c:v>Zack_Kemmer93</c:v>
                </c:pt>
                <c:pt idx="8">
                  <c:v>Justina.Gaylord27</c:v>
                </c:pt>
                <c:pt idx="9">
                  <c:v>Yvette.Gottlieb91</c:v>
                </c:pt>
                <c:pt idx="10">
                  <c:v>Harrison.Beatty50</c:v>
                </c:pt>
                <c:pt idx="11">
                  <c:v>Rick29</c:v>
                </c:pt>
                <c:pt idx="12">
                  <c:v>Elenor88</c:v>
                </c:pt>
                <c:pt idx="13">
                  <c:v>Billy52</c:v>
                </c:pt>
                <c:pt idx="14">
                  <c:v>Andre_Purdy85</c:v>
                </c:pt>
                <c:pt idx="15">
                  <c:v>Malinda_Streich</c:v>
                </c:pt>
                <c:pt idx="16">
                  <c:v>Annalise.McKenzie16</c:v>
                </c:pt>
                <c:pt idx="17">
                  <c:v>Irwin.Larson</c:v>
                </c:pt>
                <c:pt idx="18">
                  <c:v>Harley_Lind18</c:v>
                </c:pt>
                <c:pt idx="19">
                  <c:v>Seth46</c:v>
                </c:pt>
                <c:pt idx="20">
                  <c:v>Gus93</c:v>
                </c:pt>
                <c:pt idx="21">
                  <c:v>Dereck65</c:v>
                </c:pt>
                <c:pt idx="22">
                  <c:v>Tabitha_Schamberger11</c:v>
                </c:pt>
                <c:pt idx="23">
                  <c:v>Dario77</c:v>
                </c:pt>
                <c:pt idx="24">
                  <c:v>Keenan.Schamberger60</c:v>
                </c:pt>
                <c:pt idx="25">
                  <c:v>Emilio_Bernier52</c:v>
                </c:pt>
                <c:pt idx="26">
                  <c:v>Norbert_Carroll35</c:v>
                </c:pt>
                <c:pt idx="27">
                  <c:v>Arely_Bogan63</c:v>
                </c:pt>
                <c:pt idx="28">
                  <c:v>Frederik_Rice</c:v>
                </c:pt>
                <c:pt idx="29">
                  <c:v>Presley_McClure</c:v>
                </c:pt>
                <c:pt idx="30">
                  <c:v>Gerard79</c:v>
                </c:pt>
                <c:pt idx="31">
                  <c:v>Alek_Watsica</c:v>
                </c:pt>
                <c:pt idx="32">
                  <c:v>Maya.Farrell</c:v>
                </c:pt>
                <c:pt idx="33">
                  <c:v>Lennie_Hartmann40</c:v>
                </c:pt>
                <c:pt idx="34">
                  <c:v>Sam52</c:v>
                </c:pt>
                <c:pt idx="35">
                  <c:v>Nicole71</c:v>
                </c:pt>
                <c:pt idx="36">
                  <c:v>Willie_Leuschke</c:v>
                </c:pt>
                <c:pt idx="37">
                  <c:v>Javonte83</c:v>
                </c:pt>
                <c:pt idx="38">
                  <c:v>Aracely.Johnston98</c:v>
                </c:pt>
                <c:pt idx="39">
                  <c:v>Alysa22</c:v>
                </c:pt>
                <c:pt idx="40">
                  <c:v>Hailee26</c:v>
                </c:pt>
                <c:pt idx="41">
                  <c:v>Ressie_Stanton46</c:v>
                </c:pt>
                <c:pt idx="42">
                  <c:v>Kaley9</c:v>
                </c:pt>
                <c:pt idx="43">
                  <c:v>Milford_Gleichner42</c:v>
                </c:pt>
                <c:pt idx="44">
                  <c:v>Jordyn.Jacobson2</c:v>
                </c:pt>
                <c:pt idx="45">
                  <c:v>Tomas.Beatty93</c:v>
                </c:pt>
                <c:pt idx="46">
                  <c:v>Karley_Bosco</c:v>
                </c:pt>
                <c:pt idx="47">
                  <c:v>Kenneth64</c:v>
                </c:pt>
                <c:pt idx="48">
                  <c:v>Erick5</c:v>
                </c:pt>
                <c:pt idx="49">
                  <c:v>Kelsi26</c:v>
                </c:pt>
                <c:pt idx="50">
                  <c:v>Delpha.Kihn</c:v>
                </c:pt>
                <c:pt idx="51">
                  <c:v>Aiyana_Hoeger</c:v>
                </c:pt>
                <c:pt idx="52">
                  <c:v>Rafael.Hickle2</c:v>
                </c:pt>
                <c:pt idx="53">
                  <c:v>Damon35</c:v>
                </c:pt>
                <c:pt idx="54">
                  <c:v>Peter.Stehr0</c:v>
                </c:pt>
                <c:pt idx="55">
                  <c:v>Jaylan.Lakin</c:v>
                </c:pt>
                <c:pt idx="56">
                  <c:v>Yazmin_Mills95</c:v>
                </c:pt>
                <c:pt idx="57">
                  <c:v>Darwin29</c:v>
                </c:pt>
                <c:pt idx="58">
                  <c:v>Meggie_Doyle</c:v>
                </c:pt>
                <c:pt idx="59">
                  <c:v>Katarina.Dibbert</c:v>
                </c:pt>
                <c:pt idx="60">
                  <c:v>Jayson65</c:v>
                </c:pt>
                <c:pt idx="61">
                  <c:v>Imani_Nicolas17</c:v>
                </c:pt>
                <c:pt idx="62">
                  <c:v>Odessa2</c:v>
                </c:pt>
                <c:pt idx="63">
                  <c:v>Granville_Kutch</c:v>
                </c:pt>
              </c:strCache>
            </c:strRef>
          </c:cat>
          <c:val>
            <c:numRef>
              <c:f>'1s'!$C$2:$C$65</c:f>
              <c:numCache>
                <c:formatCode>General</c:formatCode>
                <c:ptCount val="64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4</c:v>
                </c:pt>
                <c:pt idx="19">
                  <c:v>4</c:v>
                </c:pt>
                <c:pt idx="20">
                  <c:v>4</c:v>
                </c:pt>
                <c:pt idx="21">
                  <c:v>4</c:v>
                </c:pt>
                <c:pt idx="22">
                  <c:v>4</c:v>
                </c:pt>
                <c:pt idx="23">
                  <c:v>4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2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B9A-48EB-B371-60747EB51F14}"/>
            </c:ext>
          </c:extLst>
        </c:ser>
        <c:ser>
          <c:idx val="1"/>
          <c:order val="1"/>
          <c:tx>
            <c:strRef>
              <c:f>'1s'!$D$1</c:f>
              <c:strCache>
                <c:ptCount val="1"/>
                <c:pt idx="0">
                  <c:v>likes_given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'1s'!$B$2:$B$65</c:f>
              <c:strCache>
                <c:ptCount val="64"/>
                <c:pt idx="0">
                  <c:v>Josianne.Friesen</c:v>
                </c:pt>
                <c:pt idx="1">
                  <c:v>Janet.Armstrong</c:v>
                </c:pt>
                <c:pt idx="2">
                  <c:v>Adelle96</c:v>
                </c:pt>
                <c:pt idx="3">
                  <c:v>Alexandro35</c:v>
                </c:pt>
                <c:pt idx="4">
                  <c:v>Kathryn80</c:v>
                </c:pt>
                <c:pt idx="5">
                  <c:v>Travon.Waters</c:v>
                </c:pt>
                <c:pt idx="6">
                  <c:v>Colten.Harris76</c:v>
                </c:pt>
                <c:pt idx="7">
                  <c:v>Zack_Kemmer93</c:v>
                </c:pt>
                <c:pt idx="8">
                  <c:v>Justina.Gaylord27</c:v>
                </c:pt>
                <c:pt idx="9">
                  <c:v>Yvette.Gottlieb91</c:v>
                </c:pt>
                <c:pt idx="10">
                  <c:v>Harrison.Beatty50</c:v>
                </c:pt>
                <c:pt idx="11">
                  <c:v>Rick29</c:v>
                </c:pt>
                <c:pt idx="12">
                  <c:v>Elenor88</c:v>
                </c:pt>
                <c:pt idx="13">
                  <c:v>Billy52</c:v>
                </c:pt>
                <c:pt idx="14">
                  <c:v>Andre_Purdy85</c:v>
                </c:pt>
                <c:pt idx="15">
                  <c:v>Malinda_Streich</c:v>
                </c:pt>
                <c:pt idx="16">
                  <c:v>Annalise.McKenzie16</c:v>
                </c:pt>
                <c:pt idx="17">
                  <c:v>Irwin.Larson</c:v>
                </c:pt>
                <c:pt idx="18">
                  <c:v>Harley_Lind18</c:v>
                </c:pt>
                <c:pt idx="19">
                  <c:v>Seth46</c:v>
                </c:pt>
                <c:pt idx="20">
                  <c:v>Gus93</c:v>
                </c:pt>
                <c:pt idx="21">
                  <c:v>Dereck65</c:v>
                </c:pt>
                <c:pt idx="22">
                  <c:v>Tabitha_Schamberger11</c:v>
                </c:pt>
                <c:pt idx="23">
                  <c:v>Dario77</c:v>
                </c:pt>
                <c:pt idx="24">
                  <c:v>Keenan.Schamberger60</c:v>
                </c:pt>
                <c:pt idx="25">
                  <c:v>Emilio_Bernier52</c:v>
                </c:pt>
                <c:pt idx="26">
                  <c:v>Norbert_Carroll35</c:v>
                </c:pt>
                <c:pt idx="27">
                  <c:v>Arely_Bogan63</c:v>
                </c:pt>
                <c:pt idx="28">
                  <c:v>Frederik_Rice</c:v>
                </c:pt>
                <c:pt idx="29">
                  <c:v>Presley_McClure</c:v>
                </c:pt>
                <c:pt idx="30">
                  <c:v>Gerard79</c:v>
                </c:pt>
                <c:pt idx="31">
                  <c:v>Alek_Watsica</c:v>
                </c:pt>
                <c:pt idx="32">
                  <c:v>Maya.Farrell</c:v>
                </c:pt>
                <c:pt idx="33">
                  <c:v>Lennie_Hartmann40</c:v>
                </c:pt>
                <c:pt idx="34">
                  <c:v>Sam52</c:v>
                </c:pt>
                <c:pt idx="35">
                  <c:v>Nicole71</c:v>
                </c:pt>
                <c:pt idx="36">
                  <c:v>Willie_Leuschke</c:v>
                </c:pt>
                <c:pt idx="37">
                  <c:v>Javonte83</c:v>
                </c:pt>
                <c:pt idx="38">
                  <c:v>Aracely.Johnston98</c:v>
                </c:pt>
                <c:pt idx="39">
                  <c:v>Alysa22</c:v>
                </c:pt>
                <c:pt idx="40">
                  <c:v>Hailee26</c:v>
                </c:pt>
                <c:pt idx="41">
                  <c:v>Ressie_Stanton46</c:v>
                </c:pt>
                <c:pt idx="42">
                  <c:v>Kaley9</c:v>
                </c:pt>
                <c:pt idx="43">
                  <c:v>Milford_Gleichner42</c:v>
                </c:pt>
                <c:pt idx="44">
                  <c:v>Jordyn.Jacobson2</c:v>
                </c:pt>
                <c:pt idx="45">
                  <c:v>Tomas.Beatty93</c:v>
                </c:pt>
                <c:pt idx="46">
                  <c:v>Karley_Bosco</c:v>
                </c:pt>
                <c:pt idx="47">
                  <c:v>Kenneth64</c:v>
                </c:pt>
                <c:pt idx="48">
                  <c:v>Erick5</c:v>
                </c:pt>
                <c:pt idx="49">
                  <c:v>Kelsi26</c:v>
                </c:pt>
                <c:pt idx="50">
                  <c:v>Delpha.Kihn</c:v>
                </c:pt>
                <c:pt idx="51">
                  <c:v>Aiyana_Hoeger</c:v>
                </c:pt>
                <c:pt idx="52">
                  <c:v>Rafael.Hickle2</c:v>
                </c:pt>
                <c:pt idx="53">
                  <c:v>Damon35</c:v>
                </c:pt>
                <c:pt idx="54">
                  <c:v>Peter.Stehr0</c:v>
                </c:pt>
                <c:pt idx="55">
                  <c:v>Jaylan.Lakin</c:v>
                </c:pt>
                <c:pt idx="56">
                  <c:v>Yazmin_Mills95</c:v>
                </c:pt>
                <c:pt idx="57">
                  <c:v>Darwin29</c:v>
                </c:pt>
                <c:pt idx="58">
                  <c:v>Meggie_Doyle</c:v>
                </c:pt>
                <c:pt idx="59">
                  <c:v>Katarina.Dibbert</c:v>
                </c:pt>
                <c:pt idx="60">
                  <c:v>Jayson65</c:v>
                </c:pt>
                <c:pt idx="61">
                  <c:v>Imani_Nicolas17</c:v>
                </c:pt>
                <c:pt idx="62">
                  <c:v>Odessa2</c:v>
                </c:pt>
                <c:pt idx="63">
                  <c:v>Granville_Kutch</c:v>
                </c:pt>
              </c:strCache>
            </c:strRef>
          </c:cat>
          <c:val>
            <c:numRef>
              <c:f>'1s'!$D$2:$D$65</c:f>
              <c:numCache>
                <c:formatCode>General</c:formatCode>
                <c:ptCount val="64"/>
                <c:pt idx="0">
                  <c:v>94</c:v>
                </c:pt>
                <c:pt idx="1">
                  <c:v>86</c:v>
                </c:pt>
                <c:pt idx="2">
                  <c:v>96</c:v>
                </c:pt>
                <c:pt idx="3">
                  <c:v>93</c:v>
                </c:pt>
                <c:pt idx="4">
                  <c:v>85</c:v>
                </c:pt>
                <c:pt idx="5">
                  <c:v>82</c:v>
                </c:pt>
                <c:pt idx="6">
                  <c:v>83</c:v>
                </c:pt>
                <c:pt idx="7">
                  <c:v>85</c:v>
                </c:pt>
                <c:pt idx="8">
                  <c:v>89</c:v>
                </c:pt>
                <c:pt idx="9">
                  <c:v>77</c:v>
                </c:pt>
                <c:pt idx="10">
                  <c:v>76</c:v>
                </c:pt>
                <c:pt idx="11">
                  <c:v>92</c:v>
                </c:pt>
                <c:pt idx="12">
                  <c:v>83</c:v>
                </c:pt>
                <c:pt idx="13">
                  <c:v>84</c:v>
                </c:pt>
                <c:pt idx="14">
                  <c:v>94</c:v>
                </c:pt>
                <c:pt idx="15">
                  <c:v>88</c:v>
                </c:pt>
                <c:pt idx="16">
                  <c:v>103</c:v>
                </c:pt>
                <c:pt idx="17">
                  <c:v>91</c:v>
                </c:pt>
                <c:pt idx="18">
                  <c:v>79</c:v>
                </c:pt>
                <c:pt idx="19">
                  <c:v>86</c:v>
                </c:pt>
                <c:pt idx="20">
                  <c:v>85</c:v>
                </c:pt>
                <c:pt idx="21">
                  <c:v>77</c:v>
                </c:pt>
                <c:pt idx="22">
                  <c:v>79</c:v>
                </c:pt>
                <c:pt idx="23">
                  <c:v>77</c:v>
                </c:pt>
                <c:pt idx="24">
                  <c:v>98</c:v>
                </c:pt>
                <c:pt idx="25">
                  <c:v>86</c:v>
                </c:pt>
                <c:pt idx="26">
                  <c:v>78</c:v>
                </c:pt>
                <c:pt idx="27">
                  <c:v>93</c:v>
                </c:pt>
                <c:pt idx="28">
                  <c:v>91</c:v>
                </c:pt>
                <c:pt idx="29">
                  <c:v>87</c:v>
                </c:pt>
                <c:pt idx="30">
                  <c:v>81</c:v>
                </c:pt>
                <c:pt idx="31">
                  <c:v>74</c:v>
                </c:pt>
                <c:pt idx="32">
                  <c:v>87</c:v>
                </c:pt>
                <c:pt idx="33">
                  <c:v>92</c:v>
                </c:pt>
                <c:pt idx="34">
                  <c:v>86</c:v>
                </c:pt>
                <c:pt idx="35">
                  <c:v>86</c:v>
                </c:pt>
                <c:pt idx="36">
                  <c:v>91</c:v>
                </c:pt>
                <c:pt idx="37">
                  <c:v>82</c:v>
                </c:pt>
                <c:pt idx="38">
                  <c:v>84</c:v>
                </c:pt>
                <c:pt idx="39">
                  <c:v>75</c:v>
                </c:pt>
                <c:pt idx="40">
                  <c:v>90</c:v>
                </c:pt>
                <c:pt idx="41">
                  <c:v>88</c:v>
                </c:pt>
                <c:pt idx="42">
                  <c:v>81</c:v>
                </c:pt>
                <c:pt idx="43">
                  <c:v>87</c:v>
                </c:pt>
                <c:pt idx="44">
                  <c:v>85</c:v>
                </c:pt>
                <c:pt idx="45">
                  <c:v>69</c:v>
                </c:pt>
                <c:pt idx="46">
                  <c:v>97</c:v>
                </c:pt>
                <c:pt idx="47">
                  <c:v>91</c:v>
                </c:pt>
                <c:pt idx="48">
                  <c:v>88</c:v>
                </c:pt>
                <c:pt idx="49">
                  <c:v>89</c:v>
                </c:pt>
                <c:pt idx="50">
                  <c:v>87</c:v>
                </c:pt>
                <c:pt idx="51">
                  <c:v>88</c:v>
                </c:pt>
                <c:pt idx="52">
                  <c:v>85</c:v>
                </c:pt>
                <c:pt idx="53">
                  <c:v>84</c:v>
                </c:pt>
                <c:pt idx="54">
                  <c:v>81</c:v>
                </c:pt>
                <c:pt idx="55">
                  <c:v>86</c:v>
                </c:pt>
                <c:pt idx="56">
                  <c:v>84</c:v>
                </c:pt>
                <c:pt idx="57">
                  <c:v>79</c:v>
                </c:pt>
                <c:pt idx="58">
                  <c:v>78</c:v>
                </c:pt>
                <c:pt idx="59">
                  <c:v>75</c:v>
                </c:pt>
                <c:pt idx="60">
                  <c:v>83</c:v>
                </c:pt>
                <c:pt idx="61">
                  <c:v>74</c:v>
                </c:pt>
                <c:pt idx="62">
                  <c:v>82</c:v>
                </c:pt>
                <c:pt idx="63">
                  <c:v>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B9A-48EB-B371-60747EB51F14}"/>
            </c:ext>
          </c:extLst>
        </c:ser>
        <c:ser>
          <c:idx val="2"/>
          <c:order val="2"/>
          <c:tx>
            <c:strRef>
              <c:f>'1s'!$E$1</c:f>
              <c:strCache>
                <c:ptCount val="1"/>
                <c:pt idx="0">
                  <c:v>comments_made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'1s'!$B$2:$B$65</c:f>
              <c:strCache>
                <c:ptCount val="64"/>
                <c:pt idx="0">
                  <c:v>Josianne.Friesen</c:v>
                </c:pt>
                <c:pt idx="1">
                  <c:v>Janet.Armstrong</c:v>
                </c:pt>
                <c:pt idx="2">
                  <c:v>Adelle96</c:v>
                </c:pt>
                <c:pt idx="3">
                  <c:v>Alexandro35</c:v>
                </c:pt>
                <c:pt idx="4">
                  <c:v>Kathryn80</c:v>
                </c:pt>
                <c:pt idx="5">
                  <c:v>Travon.Waters</c:v>
                </c:pt>
                <c:pt idx="6">
                  <c:v>Colten.Harris76</c:v>
                </c:pt>
                <c:pt idx="7">
                  <c:v>Zack_Kemmer93</c:v>
                </c:pt>
                <c:pt idx="8">
                  <c:v>Justina.Gaylord27</c:v>
                </c:pt>
                <c:pt idx="9">
                  <c:v>Yvette.Gottlieb91</c:v>
                </c:pt>
                <c:pt idx="10">
                  <c:v>Harrison.Beatty50</c:v>
                </c:pt>
                <c:pt idx="11">
                  <c:v>Rick29</c:v>
                </c:pt>
                <c:pt idx="12">
                  <c:v>Elenor88</c:v>
                </c:pt>
                <c:pt idx="13">
                  <c:v>Billy52</c:v>
                </c:pt>
                <c:pt idx="14">
                  <c:v>Andre_Purdy85</c:v>
                </c:pt>
                <c:pt idx="15">
                  <c:v>Malinda_Streich</c:v>
                </c:pt>
                <c:pt idx="16">
                  <c:v>Annalise.McKenzie16</c:v>
                </c:pt>
                <c:pt idx="17">
                  <c:v>Irwin.Larson</c:v>
                </c:pt>
                <c:pt idx="18">
                  <c:v>Harley_Lind18</c:v>
                </c:pt>
                <c:pt idx="19">
                  <c:v>Seth46</c:v>
                </c:pt>
                <c:pt idx="20">
                  <c:v>Gus93</c:v>
                </c:pt>
                <c:pt idx="21">
                  <c:v>Dereck65</c:v>
                </c:pt>
                <c:pt idx="22">
                  <c:v>Tabitha_Schamberger11</c:v>
                </c:pt>
                <c:pt idx="23">
                  <c:v>Dario77</c:v>
                </c:pt>
                <c:pt idx="24">
                  <c:v>Keenan.Schamberger60</c:v>
                </c:pt>
                <c:pt idx="25">
                  <c:v>Emilio_Bernier52</c:v>
                </c:pt>
                <c:pt idx="26">
                  <c:v>Norbert_Carroll35</c:v>
                </c:pt>
                <c:pt idx="27">
                  <c:v>Arely_Bogan63</c:v>
                </c:pt>
                <c:pt idx="28">
                  <c:v>Frederik_Rice</c:v>
                </c:pt>
                <c:pt idx="29">
                  <c:v>Presley_McClure</c:v>
                </c:pt>
                <c:pt idx="30">
                  <c:v>Gerard79</c:v>
                </c:pt>
                <c:pt idx="31">
                  <c:v>Alek_Watsica</c:v>
                </c:pt>
                <c:pt idx="32">
                  <c:v>Maya.Farrell</c:v>
                </c:pt>
                <c:pt idx="33">
                  <c:v>Lennie_Hartmann40</c:v>
                </c:pt>
                <c:pt idx="34">
                  <c:v>Sam52</c:v>
                </c:pt>
                <c:pt idx="35">
                  <c:v>Nicole71</c:v>
                </c:pt>
                <c:pt idx="36">
                  <c:v>Willie_Leuschke</c:v>
                </c:pt>
                <c:pt idx="37">
                  <c:v>Javonte83</c:v>
                </c:pt>
                <c:pt idx="38">
                  <c:v>Aracely.Johnston98</c:v>
                </c:pt>
                <c:pt idx="39">
                  <c:v>Alysa22</c:v>
                </c:pt>
                <c:pt idx="40">
                  <c:v>Hailee26</c:v>
                </c:pt>
                <c:pt idx="41">
                  <c:v>Ressie_Stanton46</c:v>
                </c:pt>
                <c:pt idx="42">
                  <c:v>Kaley9</c:v>
                </c:pt>
                <c:pt idx="43">
                  <c:v>Milford_Gleichner42</c:v>
                </c:pt>
                <c:pt idx="44">
                  <c:v>Jordyn.Jacobson2</c:v>
                </c:pt>
                <c:pt idx="45">
                  <c:v>Tomas.Beatty93</c:v>
                </c:pt>
                <c:pt idx="46">
                  <c:v>Karley_Bosco</c:v>
                </c:pt>
                <c:pt idx="47">
                  <c:v>Kenneth64</c:v>
                </c:pt>
                <c:pt idx="48">
                  <c:v>Erick5</c:v>
                </c:pt>
                <c:pt idx="49">
                  <c:v>Kelsi26</c:v>
                </c:pt>
                <c:pt idx="50">
                  <c:v>Delpha.Kihn</c:v>
                </c:pt>
                <c:pt idx="51">
                  <c:v>Aiyana_Hoeger</c:v>
                </c:pt>
                <c:pt idx="52">
                  <c:v>Rafael.Hickle2</c:v>
                </c:pt>
                <c:pt idx="53">
                  <c:v>Damon35</c:v>
                </c:pt>
                <c:pt idx="54">
                  <c:v>Peter.Stehr0</c:v>
                </c:pt>
                <c:pt idx="55">
                  <c:v>Jaylan.Lakin</c:v>
                </c:pt>
                <c:pt idx="56">
                  <c:v>Yazmin_Mills95</c:v>
                </c:pt>
                <c:pt idx="57">
                  <c:v>Darwin29</c:v>
                </c:pt>
                <c:pt idx="58">
                  <c:v>Meggie_Doyle</c:v>
                </c:pt>
                <c:pt idx="59">
                  <c:v>Katarina.Dibbert</c:v>
                </c:pt>
                <c:pt idx="60">
                  <c:v>Jayson65</c:v>
                </c:pt>
                <c:pt idx="61">
                  <c:v>Imani_Nicolas17</c:v>
                </c:pt>
                <c:pt idx="62">
                  <c:v>Odessa2</c:v>
                </c:pt>
                <c:pt idx="63">
                  <c:v>Granville_Kutch</c:v>
                </c:pt>
              </c:strCache>
            </c:strRef>
          </c:cat>
          <c:val>
            <c:numRef>
              <c:f>'1s'!$E$2:$E$65</c:f>
              <c:numCache>
                <c:formatCode>General</c:formatCode>
                <c:ptCount val="64"/>
                <c:pt idx="0">
                  <c:v>69</c:v>
                </c:pt>
                <c:pt idx="1">
                  <c:v>72</c:v>
                </c:pt>
                <c:pt idx="2">
                  <c:v>60</c:v>
                </c:pt>
                <c:pt idx="3">
                  <c:v>58</c:v>
                </c:pt>
                <c:pt idx="4">
                  <c:v>64</c:v>
                </c:pt>
                <c:pt idx="5">
                  <c:v>62</c:v>
                </c:pt>
                <c:pt idx="6">
                  <c:v>60</c:v>
                </c:pt>
                <c:pt idx="7">
                  <c:v>56</c:v>
                </c:pt>
                <c:pt idx="8">
                  <c:v>49</c:v>
                </c:pt>
                <c:pt idx="9">
                  <c:v>61</c:v>
                </c:pt>
                <c:pt idx="10">
                  <c:v>59</c:v>
                </c:pt>
                <c:pt idx="11">
                  <c:v>74</c:v>
                </c:pt>
                <c:pt idx="12">
                  <c:v>80</c:v>
                </c:pt>
                <c:pt idx="13">
                  <c:v>77</c:v>
                </c:pt>
                <c:pt idx="14">
                  <c:v>66</c:v>
                </c:pt>
                <c:pt idx="15">
                  <c:v>68</c:v>
                </c:pt>
                <c:pt idx="16">
                  <c:v>52</c:v>
                </c:pt>
                <c:pt idx="17">
                  <c:v>56</c:v>
                </c:pt>
                <c:pt idx="18">
                  <c:v>67</c:v>
                </c:pt>
                <c:pt idx="19">
                  <c:v>60</c:v>
                </c:pt>
                <c:pt idx="20">
                  <c:v>60</c:v>
                </c:pt>
                <c:pt idx="21">
                  <c:v>68</c:v>
                </c:pt>
                <c:pt idx="22">
                  <c:v>61</c:v>
                </c:pt>
                <c:pt idx="23">
                  <c:v>59</c:v>
                </c:pt>
                <c:pt idx="24">
                  <c:v>75</c:v>
                </c:pt>
                <c:pt idx="25">
                  <c:v>76</c:v>
                </c:pt>
                <c:pt idx="26">
                  <c:v>83</c:v>
                </c:pt>
                <c:pt idx="27">
                  <c:v>64</c:v>
                </c:pt>
                <c:pt idx="28">
                  <c:v>61</c:v>
                </c:pt>
                <c:pt idx="29">
                  <c:v>63</c:v>
                </c:pt>
                <c:pt idx="30">
                  <c:v>69</c:v>
                </c:pt>
                <c:pt idx="31">
                  <c:v>68</c:v>
                </c:pt>
                <c:pt idx="32">
                  <c:v>54</c:v>
                </c:pt>
                <c:pt idx="33">
                  <c:v>67</c:v>
                </c:pt>
                <c:pt idx="34">
                  <c:v>72</c:v>
                </c:pt>
                <c:pt idx="35">
                  <c:v>68</c:v>
                </c:pt>
                <c:pt idx="36">
                  <c:v>63</c:v>
                </c:pt>
                <c:pt idx="37">
                  <c:v>70</c:v>
                </c:pt>
                <c:pt idx="38">
                  <c:v>67</c:v>
                </c:pt>
                <c:pt idx="39">
                  <c:v>76</c:v>
                </c:pt>
                <c:pt idx="40">
                  <c:v>60</c:v>
                </c:pt>
                <c:pt idx="41">
                  <c:v>58</c:v>
                </c:pt>
                <c:pt idx="42">
                  <c:v>65</c:v>
                </c:pt>
                <c:pt idx="43">
                  <c:v>57</c:v>
                </c:pt>
                <c:pt idx="44">
                  <c:v>58</c:v>
                </c:pt>
                <c:pt idx="45">
                  <c:v>68</c:v>
                </c:pt>
                <c:pt idx="46">
                  <c:v>69</c:v>
                </c:pt>
                <c:pt idx="47">
                  <c:v>67</c:v>
                </c:pt>
                <c:pt idx="48">
                  <c:v>69</c:v>
                </c:pt>
                <c:pt idx="49">
                  <c:v>67</c:v>
                </c:pt>
                <c:pt idx="50">
                  <c:v>67</c:v>
                </c:pt>
                <c:pt idx="51">
                  <c:v>66</c:v>
                </c:pt>
                <c:pt idx="52">
                  <c:v>68</c:v>
                </c:pt>
                <c:pt idx="53">
                  <c:v>68</c:v>
                </c:pt>
                <c:pt idx="54">
                  <c:v>68</c:v>
                </c:pt>
                <c:pt idx="55">
                  <c:v>63</c:v>
                </c:pt>
                <c:pt idx="56">
                  <c:v>63</c:v>
                </c:pt>
                <c:pt idx="57">
                  <c:v>67</c:v>
                </c:pt>
                <c:pt idx="58">
                  <c:v>66</c:v>
                </c:pt>
                <c:pt idx="59">
                  <c:v>68</c:v>
                </c:pt>
                <c:pt idx="60">
                  <c:v>58</c:v>
                </c:pt>
                <c:pt idx="61">
                  <c:v>65</c:v>
                </c:pt>
                <c:pt idx="62">
                  <c:v>53</c:v>
                </c:pt>
                <c:pt idx="63">
                  <c:v>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B9A-48EB-B371-60747EB51F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47883679"/>
        <c:axId val="847882239"/>
      </c:lineChart>
      <c:catAx>
        <c:axId val="8478836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7882239"/>
        <c:crosses val="autoZero"/>
        <c:auto val="1"/>
        <c:lblAlgn val="ctr"/>
        <c:lblOffset val="100"/>
        <c:noMultiLvlLbl val="0"/>
      </c:catAx>
      <c:valAx>
        <c:axId val="8478822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78836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 dirty="0">
                <a:effectLst/>
              </a:rPr>
              <a:t>High-Volume Engagement Hashtags 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Sheet2!$A$1:$A$21</c:f>
              <c:strCache>
                <c:ptCount val="21"/>
                <c:pt idx="0">
                  <c:v>smile</c:v>
                </c:pt>
                <c:pt idx="1">
                  <c:v>beach</c:v>
                </c:pt>
                <c:pt idx="2">
                  <c:v>party</c:v>
                </c:pt>
                <c:pt idx="3">
                  <c:v>fun</c:v>
                </c:pt>
                <c:pt idx="4">
                  <c:v>food</c:v>
                </c:pt>
                <c:pt idx="5">
                  <c:v>lol</c:v>
                </c:pt>
                <c:pt idx="6">
                  <c:v>concert</c:v>
                </c:pt>
                <c:pt idx="7">
                  <c:v>hair</c:v>
                </c:pt>
                <c:pt idx="8">
                  <c:v>happy</c:v>
                </c:pt>
                <c:pt idx="9">
                  <c:v>beauty</c:v>
                </c:pt>
                <c:pt idx="10">
                  <c:v>sunset</c:v>
                </c:pt>
                <c:pt idx="11">
                  <c:v>dreamy</c:v>
                </c:pt>
                <c:pt idx="12">
                  <c:v>drunk</c:v>
                </c:pt>
                <c:pt idx="13">
                  <c:v>fashion</c:v>
                </c:pt>
                <c:pt idx="14">
                  <c:v>landscape</c:v>
                </c:pt>
                <c:pt idx="15">
                  <c:v>sunrise</c:v>
                </c:pt>
                <c:pt idx="16">
                  <c:v>style</c:v>
                </c:pt>
                <c:pt idx="17">
                  <c:v>photography</c:v>
                </c:pt>
                <c:pt idx="18">
                  <c:v>stunning</c:v>
                </c:pt>
                <c:pt idx="19">
                  <c:v>delicious</c:v>
                </c:pt>
                <c:pt idx="20">
                  <c:v>foodie</c:v>
                </c:pt>
              </c:strCache>
            </c:strRef>
          </c:cat>
          <c:val>
            <c:numRef>
              <c:f>Sheet2!$B$1:$B$21</c:f>
              <c:numCache>
                <c:formatCode>General</c:formatCode>
                <c:ptCount val="21"/>
                <c:pt idx="0">
                  <c:v>1802</c:v>
                </c:pt>
                <c:pt idx="1">
                  <c:v>1293</c:v>
                </c:pt>
                <c:pt idx="2">
                  <c:v>1228</c:v>
                </c:pt>
                <c:pt idx="3">
                  <c:v>1166</c:v>
                </c:pt>
                <c:pt idx="4">
                  <c:v>804</c:v>
                </c:pt>
                <c:pt idx="5">
                  <c:v>768</c:v>
                </c:pt>
                <c:pt idx="6">
                  <c:v>753</c:v>
                </c:pt>
                <c:pt idx="7">
                  <c:v>729</c:v>
                </c:pt>
                <c:pt idx="8">
                  <c:v>702</c:v>
                </c:pt>
                <c:pt idx="9">
                  <c:v>681</c:v>
                </c:pt>
                <c:pt idx="10">
                  <c:v>651</c:v>
                </c:pt>
                <c:pt idx="11">
                  <c:v>640</c:v>
                </c:pt>
                <c:pt idx="12">
                  <c:v>628</c:v>
                </c:pt>
                <c:pt idx="13">
                  <c:v>625</c:v>
                </c:pt>
                <c:pt idx="14">
                  <c:v>582</c:v>
                </c:pt>
                <c:pt idx="15">
                  <c:v>573</c:v>
                </c:pt>
                <c:pt idx="16">
                  <c:v>567</c:v>
                </c:pt>
                <c:pt idx="17">
                  <c:v>549</c:v>
                </c:pt>
                <c:pt idx="18">
                  <c:v>546</c:v>
                </c:pt>
                <c:pt idx="19">
                  <c:v>532</c:v>
                </c:pt>
                <c:pt idx="20">
                  <c:v>406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AC-403F-B725-5A9B440053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99626560"/>
        <c:axId val="1799627040"/>
      </c:barChart>
      <c:catAx>
        <c:axId val="1799626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627040"/>
        <c:crosses val="autoZero"/>
        <c:auto val="1"/>
        <c:lblAlgn val="ctr"/>
        <c:lblOffset val="100"/>
        <c:noMultiLvlLbl val="0"/>
      </c:catAx>
      <c:valAx>
        <c:axId val="179962704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62656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308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23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890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312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92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480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859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248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78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576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2632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5425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3879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0232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4567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99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F5096-77A0-486F-87B9-AE70EE008C3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690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F9482-33E5-D08B-74F6-61F36CA87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6824" y="1865030"/>
            <a:ext cx="5220281" cy="179342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fr-FR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j-lt"/>
                <a:cs typeface="+mj-lt"/>
              </a:rPr>
              <a:t>Social Media Project</a:t>
            </a:r>
            <a:endParaRPr lang="en-IN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886FB5-439B-7355-EE04-B47BDC276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944" y="6403231"/>
            <a:ext cx="3639061" cy="412056"/>
          </a:xfrm>
        </p:spPr>
        <p:txBody>
          <a:bodyPr anchor="b">
            <a:normAutofit fontScale="85000" lnSpcReduction="10000"/>
          </a:bodyPr>
          <a:lstStyle/>
          <a:p>
            <a:pPr algn="l"/>
            <a:r>
              <a:rPr lang="en-US" sz="2000" dirty="0"/>
              <a:t>Presented by : </a:t>
            </a:r>
            <a:r>
              <a:rPr lang="en-US" sz="2000" dirty="0" err="1"/>
              <a:t>Shashwat</a:t>
            </a:r>
            <a:r>
              <a:rPr lang="en-US" sz="2000" dirty="0"/>
              <a:t> Shankar</a:t>
            </a:r>
            <a:endParaRPr lang="en-IN" sz="2000" dirty="0">
              <a:effectLst/>
            </a:endParaRPr>
          </a:p>
        </p:txBody>
      </p:sp>
      <p:pic>
        <p:nvPicPr>
          <p:cNvPr id="1028" name="Picture 4" descr="The Social Media Standard for Project Management">
            <a:extLst>
              <a:ext uri="{FF2B5EF4-FFF2-40B4-BE49-F238E27FC236}">
                <a16:creationId xmlns:a16="http://schemas.microsoft.com/office/drawing/2014/main" id="{4C86C49F-D89B-F0FB-A255-1CD0E48B5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643" y="672782"/>
            <a:ext cx="5511799" cy="5511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8158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1037C-9A9C-1273-4EB0-93537F572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IN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10A53-DC31-BC20-E8AC-BF7FC4A8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mo"/>
              </a:rPr>
              <a:t>Modern social media platforms generate vast amounts of user interaction data, but deriving actionable insights from this data remains a challenge. This project analyses user activity, engagement patterns, and content performance to identify high-value users, trending hashtags, and optimal posting strategies. The goal is to leverage data-driven insights to improve user engagement, personalize content, optimize marketing campaigns, and support strategic decision-making for platform growth.</a:t>
            </a:r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092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55751-16F4-25C2-A7C0-272E04620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" y="5317050"/>
            <a:ext cx="12188963" cy="9777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Database Schema</a:t>
            </a:r>
            <a:endParaRPr lang="en-US" sz="4800" kern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0F84B8-E8DC-5E45-F8DC-FF577E69247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175032" y="551962"/>
            <a:ext cx="7912800" cy="461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36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8CB15-B240-B3C3-7FAA-2973DB013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52" y="762548"/>
            <a:ext cx="3340828" cy="167484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800" kern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Data Attributes</a:t>
            </a:r>
            <a:endParaRPr lang="en-US" sz="4800" kern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49B37-D5FB-D5D4-2A4B-326987DAD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535" y="346222"/>
            <a:ext cx="3878579" cy="436384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ID</a:t>
            </a:r>
            <a:r>
              <a:rPr lang="en-GB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Unique identifier for each user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Username</a:t>
            </a:r>
            <a:r>
              <a:rPr lang="en-GB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Display name of the user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At</a:t>
            </a:r>
            <a:r>
              <a:rPr lang="en-GB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Account creation timestamp</a:t>
            </a:r>
          </a:p>
          <a:p>
            <a:pPr marL="0" indent="0">
              <a:buNone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Photos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 ID</a:t>
            </a:r>
            <a:r>
              <a:rPr lang="en-GB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Unique identifier for each post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URL</a:t>
            </a:r>
            <a:r>
              <a:rPr lang="en-GB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Link to the uploaded image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ID</a:t>
            </a:r>
            <a:r>
              <a:rPr lang="en-GB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Creator of the post (FK)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At</a:t>
            </a:r>
            <a:r>
              <a:rPr lang="en-GB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Post upload timestamp</a:t>
            </a:r>
          </a:p>
          <a:p>
            <a:pPr marL="0" indent="0">
              <a:buNone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Likes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ID</a:t>
            </a:r>
            <a:r>
              <a:rPr lang="en-GB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User who liked the post (FK)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 ID</a:t>
            </a:r>
            <a:r>
              <a:rPr lang="en-GB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Liked post identifier (FK)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At</a:t>
            </a:r>
            <a:r>
              <a:rPr lang="en-GB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Like timestamp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9625C8-64F6-A4AD-1B80-5ADDC6AC287E}"/>
              </a:ext>
            </a:extLst>
          </p:cNvPr>
          <p:cNvSpPr txBox="1">
            <a:spLocks/>
          </p:cNvSpPr>
          <p:nvPr/>
        </p:nvSpPr>
        <p:spPr>
          <a:xfrm>
            <a:off x="8473114" y="168245"/>
            <a:ext cx="3648819" cy="43638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Comments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 ID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Unique comment identifier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 Text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Content of the comment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ID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Comment author (FK)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 ID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Associated post (FK)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At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Comment timestamp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Follows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Follower ID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User who follows (FK)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Followee</a:t>
            </a: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User being followed (FK)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At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Follow date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Tags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Tag ID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Unique hashtag identifier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Tag Name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Hashtag 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At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Tag creation timestamp</a:t>
            </a:r>
          </a:p>
          <a:p>
            <a:pPr marL="0" indent="0">
              <a:buNone/>
            </a:pPr>
            <a:r>
              <a:rPr lang="en-IN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Photo_Tags</a:t>
            </a: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 ID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Post identifier (FK)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Tag ID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Associated hashtag (FK)</a:t>
            </a:r>
          </a:p>
        </p:txBody>
      </p:sp>
    </p:spTree>
    <p:extLst>
      <p:ext uri="{BB962C8B-B14F-4D97-AF65-F5344CB8AC3E}">
        <p14:creationId xmlns:p14="http://schemas.microsoft.com/office/powerpoint/2010/main" val="1151613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BDA9D36-88F5-7923-F894-01AACB92AF6F}"/>
              </a:ext>
            </a:extLst>
          </p:cNvPr>
          <p:cNvSpPr txBox="1">
            <a:spLocks/>
          </p:cNvSpPr>
          <p:nvPr/>
        </p:nvSpPr>
        <p:spPr>
          <a:xfrm>
            <a:off x="1286839" y="506784"/>
            <a:ext cx="8074815" cy="1618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800" kern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Methodology</a:t>
            </a:r>
            <a:endParaRPr lang="en-US" sz="5400" kern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F5F29D7-943B-3CC3-5039-85A30963D2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7888" y="1747310"/>
            <a:ext cx="960826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Extracted structured data from social media tables including users, posts (photos), likes, comments, followers, tags, and hashtags.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Modeling &amp; Validation: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 schema relationships (users–posts–engagement–hashtags) and ensured data integrity using primary keys, foreign keys, and constraints.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Preparation: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Cleaned and aggregated data using SQL to compute key metrics such as total posts, likes, comments, followers, and engagement rates.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(EDA):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SQL queries, CTEs, and window functions to identify user activity patterns, top hashtags, influencer candidates, and inactive users.</a:t>
            </a:r>
          </a:p>
        </p:txBody>
      </p:sp>
    </p:spTree>
    <p:extLst>
      <p:ext uri="{BB962C8B-B14F-4D97-AF65-F5344CB8AC3E}">
        <p14:creationId xmlns:p14="http://schemas.microsoft.com/office/powerpoint/2010/main" val="1337669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ED6727-B4CF-C022-A321-3FF3B33F4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9D65A-774B-7F56-1246-68ADB716F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034" y="1714411"/>
            <a:ext cx="8074815" cy="460454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Segmentation: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Classified users into segments (power creators, micro-influencers, active engagers, passive consumers) based on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engagement.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 Generation: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Derived actionable insights for content strategy, influencer marketing, re-engagement campaigns, and ad optimization.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&amp; Reporting: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findings using charts and summarized insights in a presentation-friendly format for business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174922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9324-76BF-72A5-D3EC-E09427AD1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3" y="248083"/>
            <a:ext cx="9849751" cy="1349671"/>
          </a:xfrm>
        </p:spPr>
        <p:txBody>
          <a:bodyPr anchor="b">
            <a:normAutofit/>
          </a:bodyPr>
          <a:lstStyle/>
          <a:p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j-lt"/>
                <a:cs typeface="+mj-lt"/>
              </a:rPr>
              <a:t>Combined User Activity Profile</a:t>
            </a:r>
            <a:endParaRPr lang="en-US" sz="4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8C559-3242-BF8C-7073-53E6B650C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8052" y="1676906"/>
            <a:ext cx="4275435" cy="3600000"/>
          </a:xfrm>
        </p:spPr>
        <p:txBody>
          <a:bodyPr anchor="ctr">
            <a:normAutofit/>
          </a:bodyPr>
          <a:lstStyle/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small group of users generates very high likes and comments despite having zero posts, indicating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heavy engagement-only (consumer) </a:t>
            </a:r>
            <a:r>
              <a:rPr lang="en-GB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content creators (5–12 posts) show consistently high engagement, making them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contributors to platform activity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users with low posting frequency (1–2 posts) still receive strong engagement, suggesting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 quality matters more than volume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31FFAE9-0A1D-13A2-6E03-F49C1557D139}"/>
              </a:ext>
            </a:extLst>
          </p:cNvPr>
          <p:cNvSpPr txBox="1">
            <a:spLocks/>
          </p:cNvSpPr>
          <p:nvPr/>
        </p:nvSpPr>
        <p:spPr>
          <a:xfrm>
            <a:off x="768513" y="2745839"/>
            <a:ext cx="4934900" cy="30321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ACA0D6-D0FA-063C-F056-B8C6CCF01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49" y="1676906"/>
            <a:ext cx="6355503" cy="343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531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031BDE-DDCA-6F78-EB50-76AB8763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9B7B-842E-80B5-D6A9-8C620EAA3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12" y="1188659"/>
            <a:ext cx="9942716" cy="673461"/>
          </a:xfrm>
        </p:spPr>
        <p:txBody>
          <a:bodyPr anchor="ctr">
            <a:noAutofit/>
          </a:bodyPr>
          <a:lstStyle/>
          <a:p>
            <a:r>
              <a:rPr lang="en-GB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j-lt"/>
                <a:cs typeface="+mj-lt"/>
              </a:rPr>
              <a:t>Top Users by Post Engagement (Likes &amp; Comments)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ADC3A-F3F6-A11F-A927-85DC4E773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3957" y="2787602"/>
            <a:ext cx="4919843" cy="3124658"/>
          </a:xfrm>
        </p:spPr>
        <p:txBody>
          <a:bodyPr anchor="ctr"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small group of users consistently receives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likes and comments despite posting fewer posts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strong content quality over quantity.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Likes are generally higher than comments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suggesting users prefer quick interactions rather than deeper engagement.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Engagement levels remain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relatively stable across top users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a mature and loyal audience base.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users are strong candidates for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featured content, influencer partnerships, or brand collaborations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due to sustained engagement.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5382D8-28A0-0A66-E5F2-CEA9492F9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65" y="2714706"/>
            <a:ext cx="5734050" cy="312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976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105DA-B9EA-BBAC-E1E1-60BBC7F1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EBA9-1A69-EE04-3D42-F1E814055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491" y="409342"/>
            <a:ext cx="9236700" cy="1188950"/>
          </a:xfrm>
        </p:spPr>
        <p:txBody>
          <a:bodyPr anchor="b">
            <a:normAutofit/>
          </a:bodyPr>
          <a:lstStyle/>
          <a:p>
            <a:pPr algn="ctr" rtl="0"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GB" sz="4800" dirty="0">
                <a:effectLst/>
              </a:rPr>
              <a:t>Consistently Active Users </a:t>
            </a:r>
            <a:endParaRPr lang="en-IN" sz="4800" dirty="0">
              <a:effectLst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92B2598-A881-757F-3874-76D6461BB7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92812" y="2785854"/>
            <a:ext cx="5294619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small group of users consistently drives a disproportionately high number of likes and comments.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Engagement levels remain stable across time for these users, indicating strong platform loyalty.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users contribute significantly to overall interactions despite not always posting the most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candidates for retention programs, early feature access, and brand ambassador initiatives.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0DFF982-7045-536F-768B-247AB6F60F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8196697"/>
              </p:ext>
            </p:extLst>
          </p:nvPr>
        </p:nvGraphicFramePr>
        <p:xfrm>
          <a:off x="357565" y="2641303"/>
          <a:ext cx="5733415" cy="29532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09411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105DA-B9EA-BBAC-E1E1-60BBC7F1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EBA9-1A69-EE04-3D42-F1E814055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491" y="459856"/>
            <a:ext cx="9886664" cy="955834"/>
          </a:xfrm>
        </p:spPr>
        <p:txBody>
          <a:bodyPr anchor="b">
            <a:noAutofit/>
          </a:bodyPr>
          <a:lstStyle/>
          <a:p>
            <a:pPr algn="ctr" rtl="0"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GB" sz="4000" dirty="0">
                <a:effectLst/>
              </a:rPr>
              <a:t>Top Hashtags by Average Engagement Rate</a:t>
            </a:r>
            <a:endParaRPr lang="en-IN" sz="4000" dirty="0">
              <a:effectLst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92B2598-A881-757F-3874-76D6461BB7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39693" y="2127608"/>
            <a:ext cx="484367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GB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Food-related hashtags such as #foodie and #delicious achieve the highest average engagement, indicating strong audience interest in food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GB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Visual-centric hashtags like #photography, #sunset, #landscape, and #stunning consistently perform well, highlighting the importance of high-quality visuals.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GB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Lifestyle and emotion-based hashtags (#happy, #smile, #fun, #party) show steady engagement, making them suitable for broad reach campaigns.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GB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Lower-ranked but still effective hashtags (e.g., #beach, #concert) can be combined with top performers to balance reach and relevance.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2C1BA5-E497-E633-A5C0-2A48E4686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9654"/>
            <a:ext cx="6399560" cy="373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211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81E51F-A7D4-1F98-B274-A01F9B78B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56B633E-EFEB-B602-76D8-2613F4F0F605}"/>
              </a:ext>
            </a:extLst>
          </p:cNvPr>
          <p:cNvSpPr/>
          <p:nvPr/>
        </p:nvSpPr>
        <p:spPr>
          <a:xfrm>
            <a:off x="-2" y="2753033"/>
            <a:ext cx="12192000" cy="3099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E2A2061-AE5D-DFDF-B4BE-21CDD57742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296960"/>
              </p:ext>
            </p:extLst>
          </p:nvPr>
        </p:nvGraphicFramePr>
        <p:xfrm>
          <a:off x="645064" y="354957"/>
          <a:ext cx="10950471" cy="32924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A7C5224F-479F-51AA-32B4-A8809AFD41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2989" y="3386802"/>
            <a:ext cx="968400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Likes consistently exceed comments across users, indicating that liking is the primary mode of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with even a small number of posts can generate high likes and comments, showing content quality matters more than volume.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Engagement levels are relatively stable across most active users, suggesting a healthy and balanced interaction ecosystem.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few users stand out with peak likes and comments, making them strong candidates for influencer or ambassador programs.</a:t>
            </a:r>
          </a:p>
        </p:txBody>
      </p:sp>
    </p:spTree>
    <p:extLst>
      <p:ext uri="{BB962C8B-B14F-4D97-AF65-F5344CB8AC3E}">
        <p14:creationId xmlns:p14="http://schemas.microsoft.com/office/powerpoint/2010/main" val="4049950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031BDE-DDCA-6F78-EB50-76AB8763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9B7B-842E-80B5-D6A9-8C620EAA3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j-lt"/>
                <a:cs typeface="+mj-lt"/>
              </a:rPr>
              <a:t>High-Volume Engagement Hashtags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C32BB8B-296A-B8C5-985A-7454C2C0BC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35725" y="2980244"/>
            <a:ext cx="525404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#smile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generates the highest engagement, indicating it is the most widely interacted hashtag across users. As its Average engagement is low.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#beach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#party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also show strong engagement volumes, suggesting lifestyle and social themes resonate well.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#fun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maintains consistent engagement, making it a reliable hashtag for general content reach.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#concert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comparatively lower engagement, indicating a more niche or event-specific audience.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D62AAEB-F5F0-7DF9-D1E4-C10B0848BF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7561272"/>
              </p:ext>
            </p:extLst>
          </p:nvPr>
        </p:nvGraphicFramePr>
        <p:xfrm>
          <a:off x="365764" y="2986940"/>
          <a:ext cx="5733415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85762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105DA-B9EA-BBAC-E1E1-60BBC7F1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DD4425-1077-25CF-9951-B46672879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70204"/>
            <a:ext cx="5609360" cy="4184761"/>
          </a:xfrm>
          <a:prstGeom prst="rect">
            <a:avLst/>
          </a:prstGeom>
          <a:noFill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1BE4F50-27A2-AF6A-7AB1-F4A444E2ED21}"/>
              </a:ext>
            </a:extLst>
          </p:cNvPr>
          <p:cNvSpPr txBox="1">
            <a:spLocks/>
          </p:cNvSpPr>
          <p:nvPr/>
        </p:nvSpPr>
        <p:spPr>
          <a:xfrm>
            <a:off x="1011999" y="493542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j-lt"/>
                <a:cs typeface="+mj-lt"/>
              </a:rPr>
              <a:t>Power Creators By Total Engagement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8F09E7F2-B50B-5B7F-C0AC-8A806356AE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83288" y="2375248"/>
            <a:ext cx="548818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Eveline95 leads overall engagement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making them the strongest power creator and a prime candidate for high-visibility campaigns.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small group of users (Eveline95, Cesar93, Clint27)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contributes a disproportionately high share of total engagement, indicating a strong creator concentration effect.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Consistent engagement across the top creators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suggests loyal audiences rather than one-time viral spikes.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users are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for influencer partnerships, brand collaborations, and early feature rollouts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due to their proven engagement impact.</a:t>
            </a:r>
          </a:p>
        </p:txBody>
      </p:sp>
    </p:spTree>
    <p:extLst>
      <p:ext uri="{BB962C8B-B14F-4D97-AF65-F5344CB8AC3E}">
        <p14:creationId xmlns:p14="http://schemas.microsoft.com/office/powerpoint/2010/main" val="1834515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031BDE-DDCA-6F78-EB50-76AB8763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9B7B-842E-80B5-D6A9-8C620EAA3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0" y="809898"/>
            <a:ext cx="10105815" cy="1554480"/>
          </a:xfrm>
        </p:spPr>
        <p:txBody>
          <a:bodyPr anchor="ctr">
            <a:normAutofit/>
          </a:bodyPr>
          <a:lstStyle/>
          <a:p>
            <a:r>
              <a:rPr lang="en-GB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j-lt"/>
                <a:cs typeface="+mj-lt"/>
              </a:rPr>
              <a:t>Brand Ambassador Candidate Distribution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8132F74-A0F8-6405-8943-0323E73F74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4412" y="2703144"/>
            <a:ext cx="5453153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Inactive Users form the largest segment (~39%)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a significant opportunity for re-engagement campaigns before considering ambassador roles.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Engagement Creators (~30%)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strong candidates for brand ambassadors due to consistent interaction and influence.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Single-Post High Impact Users (~30%)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 viral potential and can be leveraged for event-based or short-term campaigns.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balanced ambassador strategy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should combine consistent creators with high-impact users while nurturing inactive users to expand the future talent pool.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5ABE33-1691-7EFC-4896-C4A34E78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86919"/>
            <a:ext cx="5875705" cy="36205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43433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105DA-B9EA-BBAC-E1E1-60BBC7F1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EBA9-1A69-EE04-3D42-F1E814055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491" y="409342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5400" dirty="0">
                <a:ea typeface="+mj-lt"/>
                <a:cs typeface="+mj-lt"/>
              </a:rPr>
              <a:t>User Segmentation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9FA41-5BB4-1AD5-8440-7C7804233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3357" y="2344624"/>
            <a:ext cx="5220000" cy="3600000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Creators &amp; Micro-Influencers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form the largest segments, driving most platform engagement.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 Engagers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represent a strong interaction base with lower content creation.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Passive Consumers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sizable, indicating growth potential through activation strategies.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segmentation enables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targeted content, ads, and creator partnerships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36E635-284B-B81D-7F4D-E001DA633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11" y="2320264"/>
            <a:ext cx="5040054" cy="398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953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9324-76BF-72A5-D3EC-E09427AD1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3" y="248083"/>
            <a:ext cx="9849751" cy="1349671"/>
          </a:xfrm>
        </p:spPr>
        <p:txBody>
          <a:bodyPr anchor="b">
            <a:normAutofit/>
          </a:bodyPr>
          <a:lstStyle/>
          <a:p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j-lt"/>
                <a:cs typeface="+mj-lt"/>
              </a:rPr>
              <a:t>Overall Engagement Distribution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06E3D5D-A941-064D-8749-E5035A1DE3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30950" y="2253248"/>
            <a:ext cx="4808104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40% of users show low engagement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representing the largest improvement opportunity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35% fall into medium engagement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ideal targets for nudging toward higher activity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25% are highly engaged users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driving a disproportionate share of platform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strategy: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convert medium → high while re-activating low-engagement users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31FFAE9-0A1D-13A2-6E03-F49C1557D139}"/>
              </a:ext>
            </a:extLst>
          </p:cNvPr>
          <p:cNvSpPr txBox="1">
            <a:spLocks/>
          </p:cNvSpPr>
          <p:nvPr/>
        </p:nvSpPr>
        <p:spPr>
          <a:xfrm>
            <a:off x="768513" y="2745839"/>
            <a:ext cx="4934900" cy="30321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920EA1-CE36-9C85-9E4F-822C5226A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848" y="1878215"/>
            <a:ext cx="3857625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419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1037C-9A9C-1273-4EB0-93537F572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pPr algn="ctr"/>
            <a:r>
              <a:rPr lang="en-IN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Summary of Findings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5AC88B4-3844-9F6A-8624-35856C6FD0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43374" y="551290"/>
            <a:ext cx="6295632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small group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creators and micro-influencers drive a disproportionate share of total engagement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making them ideal for influencer and brand collaborations.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Hashtag selection strongly impacts engagement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lifestyle and visual tags (e.g.,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foodie, photography, sunset, beach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consistently outperforming others.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activity follows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segmentation pattern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active creators, engaged consumers, passive users, and inactive users—each requiring different engagement strategies.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Single-post high-impact users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demonstrate that quality content can outperform posting frequency, highlighting opportunities for curated promotions.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significant portion of users fall into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to medium engagement categories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strong potential for re-engagement through targeted campaigns and personalized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Engagement trends suggest that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 relevance and timing matter more than volume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guiding future content creation and ad optimization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1531381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1037C-9A9C-1273-4EB0-93537F572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3" y="862149"/>
            <a:ext cx="5063639" cy="2690949"/>
          </a:xfrm>
        </p:spPr>
        <p:txBody>
          <a:bodyPr anchor="ctr">
            <a:normAutofit/>
          </a:bodyPr>
          <a:lstStyle/>
          <a:p>
            <a:pPr algn="ctr"/>
            <a:r>
              <a:rPr lang="en-IN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Recommendations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9B91367-19E6-4BF3-73AD-ADDE95BB48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56262" y="1905505"/>
            <a:ext cx="562488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 high-engagement creators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influencer partnerships and brand ambassador programs to maximize reach and authenticity.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Leverage top-performing hashtags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 smile, foodie, beach) in campaigns to boost visibility and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Re-engage inactive and passive users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through personalized notifications, challenges, and content prompts.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personalized content feeds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based on user activity segments (power creators, micro-influencers, passive users).</a:t>
            </a:r>
          </a:p>
        </p:txBody>
      </p:sp>
    </p:spTree>
    <p:extLst>
      <p:ext uri="{BB962C8B-B14F-4D97-AF65-F5344CB8AC3E}">
        <p14:creationId xmlns:p14="http://schemas.microsoft.com/office/powerpoint/2010/main" val="3040830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105DA-B9EA-BBAC-E1E1-60BBC7F1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A955AC-4E7F-E5CA-E671-EE405D29E180}"/>
              </a:ext>
            </a:extLst>
          </p:cNvPr>
          <p:cNvSpPr/>
          <p:nvPr/>
        </p:nvSpPr>
        <p:spPr>
          <a:xfrm>
            <a:off x="2522324" y="-22859"/>
            <a:ext cx="7141462" cy="56381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72879D-94CE-ABC3-5DDA-B2306F308CE8}"/>
              </a:ext>
            </a:extLst>
          </p:cNvPr>
          <p:cNvSpPr/>
          <p:nvPr/>
        </p:nvSpPr>
        <p:spPr>
          <a:xfrm>
            <a:off x="596464" y="1055718"/>
            <a:ext cx="10999072" cy="33583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82EBA9-1A69-EE04-3D42-F1E814055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kern="120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132EC-18AB-CA54-F47E-970AB90BCFA0}"/>
              </a:ext>
            </a:extLst>
          </p:cNvPr>
          <p:cNvSpPr/>
          <p:nvPr/>
        </p:nvSpPr>
        <p:spPr>
          <a:xfrm>
            <a:off x="2522324" y="5802281"/>
            <a:ext cx="7141462" cy="13115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2922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330</TotalTime>
  <Words>1470</Words>
  <Application>Microsoft Office PowerPoint</Application>
  <PresentationFormat>Widescreen</PresentationFormat>
  <Paragraphs>141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Trebuchet MS</vt:lpstr>
      <vt:lpstr>Wingdings</vt:lpstr>
      <vt:lpstr>Wingdings 3</vt:lpstr>
      <vt:lpstr>Facet</vt:lpstr>
      <vt:lpstr>Social Media Project</vt:lpstr>
      <vt:lpstr>Problem Statement</vt:lpstr>
      <vt:lpstr>Database Schema</vt:lpstr>
      <vt:lpstr>Data Attributes</vt:lpstr>
      <vt:lpstr>PowerPoint Presentation</vt:lpstr>
      <vt:lpstr>PowerPoint Presentation</vt:lpstr>
      <vt:lpstr>Combined User Activity Profile</vt:lpstr>
      <vt:lpstr>Top Users by Post Engagement (Likes &amp; Comments)</vt:lpstr>
      <vt:lpstr>Consistently Active Users </vt:lpstr>
      <vt:lpstr>Top Hashtags by Average Engagement Rate</vt:lpstr>
      <vt:lpstr>PowerPoint Presentation</vt:lpstr>
      <vt:lpstr>High-Volume Engagement Hashtags </vt:lpstr>
      <vt:lpstr>PowerPoint Presentation</vt:lpstr>
      <vt:lpstr>Brand Ambassador Candidate Distribution</vt:lpstr>
      <vt:lpstr>User Segmentation Overview</vt:lpstr>
      <vt:lpstr>Overall Engagement Distribution</vt:lpstr>
      <vt:lpstr>Summary of Findings</vt:lpstr>
      <vt:lpstr>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Prakamya Verma</dc:creator>
  <cp:lastModifiedBy>SHASHWAT SHANKAR</cp:lastModifiedBy>
  <cp:revision>100</cp:revision>
  <dcterms:created xsi:type="dcterms:W3CDTF">2025-11-05T12:51:05Z</dcterms:created>
  <dcterms:modified xsi:type="dcterms:W3CDTF">2026-02-17T03:47:32Z</dcterms:modified>
</cp:coreProperties>
</file>